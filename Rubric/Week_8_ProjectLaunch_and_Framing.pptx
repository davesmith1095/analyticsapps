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9" r:id="rId2"/>
    <p:sldId id="256" r:id="rId3"/>
    <p:sldId id="257" r:id="rId4"/>
    <p:sldId id="542" r:id="rId5"/>
    <p:sldId id="543" r:id="rId6"/>
    <p:sldId id="544" r:id="rId7"/>
    <p:sldId id="545" r:id="rId8"/>
    <p:sldId id="546" r:id="rId9"/>
    <p:sldId id="547" r:id="rId10"/>
    <p:sldId id="548" r:id="rId11"/>
    <p:sldId id="549" r:id="rId12"/>
    <p:sldId id="550" r:id="rId13"/>
    <p:sldId id="551" r:id="rId14"/>
    <p:sldId id="552" r:id="rId15"/>
    <p:sldId id="553" r:id="rId16"/>
    <p:sldId id="554" r:id="rId17"/>
    <p:sldId id="511" r:id="rId18"/>
    <p:sldId id="557" r:id="rId19"/>
    <p:sldId id="555" r:id="rId20"/>
    <p:sldId id="556" r:id="rId21"/>
    <p:sldId id="258" r:id="rId22"/>
    <p:sldId id="269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1417"/>
    <a:srgbClr val="6C7373"/>
    <a:srgbClr val="E1E1E1"/>
    <a:srgbClr val="566568"/>
    <a:srgbClr val="C41039"/>
    <a:srgbClr val="69787B"/>
    <a:srgbClr val="69780C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648B48-37AA-4850-A354-2405CF5B8D43}" v="10" dt="2026-03-04T23:42:44.802"/>
  </p1510:revLst>
</p1510:revInfo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8" autoAdjust="0"/>
    <p:restoredTop sz="50000"/>
  </p:normalViewPr>
  <p:slideViewPr>
    <p:cSldViewPr snapToGrid="0" snapToObjects="1">
      <p:cViewPr varScale="1">
        <p:scale>
          <a:sx n="53" d="100"/>
          <a:sy n="53" d="100"/>
        </p:scale>
        <p:origin x="108" y="6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Lehmuth" userId="f0198e4b524e9897" providerId="LiveId" clId="{C4BD7056-25EC-4A9F-87E2-4A5B832C6D1C}"/>
    <pc:docChg chg="undo custSel addSld delSld modSld sldOrd">
      <pc:chgData name="Christopher Lehmuth" userId="f0198e4b524e9897" providerId="LiveId" clId="{C4BD7056-25EC-4A9F-87E2-4A5B832C6D1C}" dt="2026-03-04T23:45:53.629" v="1908" actId="113"/>
      <pc:docMkLst>
        <pc:docMk/>
      </pc:docMkLst>
      <pc:sldChg chg="modSp add del mod modTransition modClrScheme chgLayout">
        <pc:chgData name="Christopher Lehmuth" userId="f0198e4b524e9897" providerId="LiveId" clId="{C4BD7056-25EC-4A9F-87E2-4A5B832C6D1C}" dt="2026-03-04T23:27:14.605" v="1718" actId="14100"/>
        <pc:sldMkLst>
          <pc:docMk/>
          <pc:sldMk cId="0" sldId="256"/>
        </pc:sldMkLst>
        <pc:spChg chg="mod">
          <ac:chgData name="Christopher Lehmuth" userId="f0198e4b524e9897" providerId="LiveId" clId="{C4BD7056-25EC-4A9F-87E2-4A5B832C6D1C}" dt="2026-03-04T23:27:14.605" v="1718" actId="14100"/>
          <ac:spMkLst>
            <pc:docMk/>
            <pc:sldMk cId="0" sldId="256"/>
            <ac:spMk id="2" creationId="{00000000-0000-0000-0000-000000000000}"/>
          </ac:spMkLst>
        </pc:spChg>
        <pc:spChg chg="mod">
          <ac:chgData name="Christopher Lehmuth" userId="f0198e4b524e9897" providerId="LiveId" clId="{C4BD7056-25EC-4A9F-87E2-4A5B832C6D1C}" dt="2026-03-04T23:27:10.640" v="1717" actId="26606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add del mod modTransition modClrScheme chgLayout">
        <pc:chgData name="Christopher Lehmuth" userId="f0198e4b524e9897" providerId="LiveId" clId="{C4BD7056-25EC-4A9F-87E2-4A5B832C6D1C}" dt="2026-03-04T23:23:51.633" v="1685" actId="26606"/>
        <pc:sldMkLst>
          <pc:docMk/>
          <pc:sldMk cId="0" sldId="257"/>
        </pc:sldMkLst>
        <pc:spChg chg="mod">
          <ac:chgData name="Christopher Lehmuth" userId="f0198e4b524e9897" providerId="LiveId" clId="{C4BD7056-25EC-4A9F-87E2-4A5B832C6D1C}" dt="2026-03-04T23:23:51.633" v="1685" actId="26606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Christopher Lehmuth" userId="f0198e4b524e9897" providerId="LiveId" clId="{C4BD7056-25EC-4A9F-87E2-4A5B832C6D1C}" dt="2026-03-04T23:23:51.633" v="1685" actId="26606"/>
          <ac:spMkLst>
            <pc:docMk/>
            <pc:sldMk cId="0" sldId="257"/>
            <ac:spMk id="3" creationId="{00000000-0000-0000-0000-000000000000}"/>
          </ac:spMkLst>
        </pc:spChg>
        <pc:graphicFrameChg chg="add mod">
          <ac:chgData name="Christopher Lehmuth" userId="f0198e4b524e9897" providerId="LiveId" clId="{C4BD7056-25EC-4A9F-87E2-4A5B832C6D1C}" dt="2026-03-04T23:23:51.633" v="1685" actId="26606"/>
          <ac:graphicFrameMkLst>
            <pc:docMk/>
            <pc:sldMk cId="0" sldId="257"/>
            <ac:graphicFrameMk id="5" creationId="{E7081B62-FDDA-2888-7862-D036F3B52BC7}"/>
          </ac:graphicFrameMkLst>
        </pc:graphicFrameChg>
      </pc:sldChg>
      <pc:sldChg chg="addSp modSp add del mod modTransition">
        <pc:chgData name="Christopher Lehmuth" userId="f0198e4b524e9897" providerId="LiveId" clId="{C4BD7056-25EC-4A9F-87E2-4A5B832C6D1C}" dt="2026-03-04T23:18:45.475" v="1520" actId="14100"/>
        <pc:sldMkLst>
          <pc:docMk/>
          <pc:sldMk cId="0" sldId="258"/>
        </pc:sldMkLst>
        <pc:spChg chg="mod">
          <ac:chgData name="Christopher Lehmuth" userId="f0198e4b524e9897" providerId="LiveId" clId="{C4BD7056-25EC-4A9F-87E2-4A5B832C6D1C}" dt="2026-03-04T23:18:13.006" v="1488" actId="14100"/>
          <ac:spMkLst>
            <pc:docMk/>
            <pc:sldMk cId="0" sldId="258"/>
            <ac:spMk id="2" creationId="{00000000-0000-0000-0000-000000000000}"/>
          </ac:spMkLst>
        </pc:spChg>
        <pc:spChg chg="mod">
          <ac:chgData name="Christopher Lehmuth" userId="f0198e4b524e9897" providerId="LiveId" clId="{C4BD7056-25EC-4A9F-87E2-4A5B832C6D1C}" dt="2026-03-04T23:18:45.475" v="1520" actId="14100"/>
          <ac:spMkLst>
            <pc:docMk/>
            <pc:sldMk cId="0" sldId="258"/>
            <ac:spMk id="3" creationId="{00000000-0000-0000-0000-000000000000}"/>
          </ac:spMkLst>
        </pc:spChg>
        <pc:picChg chg="add mod">
          <ac:chgData name="Christopher Lehmuth" userId="f0198e4b524e9897" providerId="LiveId" clId="{C4BD7056-25EC-4A9F-87E2-4A5B832C6D1C}" dt="2026-03-04T23:18:10.758" v="1487"/>
          <ac:picMkLst>
            <pc:docMk/>
            <pc:sldMk cId="0" sldId="258"/>
            <ac:picMk id="4" creationId="{8F6345E5-77B5-55B9-B870-A4168FECC009}"/>
          </ac:picMkLst>
        </pc:picChg>
      </pc:sldChg>
      <pc:sldChg chg="modSp del mod">
        <pc:chgData name="Christopher Lehmuth" userId="f0198e4b524e9897" providerId="LiveId" clId="{C4BD7056-25EC-4A9F-87E2-4A5B832C6D1C}" dt="2026-03-04T23:15:02.301" v="1453" actId="47"/>
        <pc:sldMkLst>
          <pc:docMk/>
          <pc:sldMk cId="1035593031" sldId="260"/>
        </pc:sldMkLst>
      </pc:sldChg>
      <pc:sldChg chg="add del modTransition">
        <pc:chgData name="Christopher Lehmuth" userId="f0198e4b524e9897" providerId="LiveId" clId="{C4BD7056-25EC-4A9F-87E2-4A5B832C6D1C}" dt="2026-03-04T23:15:02.301" v="1453" actId="47"/>
        <pc:sldMkLst>
          <pc:docMk/>
          <pc:sldMk cId="0" sldId="261"/>
        </pc:sldMkLst>
      </pc:sldChg>
      <pc:sldChg chg="add del modTransition">
        <pc:chgData name="Christopher Lehmuth" userId="f0198e4b524e9897" providerId="LiveId" clId="{C4BD7056-25EC-4A9F-87E2-4A5B832C6D1C}" dt="2026-03-04T23:15:02.301" v="1453" actId="47"/>
        <pc:sldMkLst>
          <pc:docMk/>
          <pc:sldMk cId="0" sldId="262"/>
        </pc:sldMkLst>
      </pc:sldChg>
      <pc:sldChg chg="add del modTransition">
        <pc:chgData name="Christopher Lehmuth" userId="f0198e4b524e9897" providerId="LiveId" clId="{C4BD7056-25EC-4A9F-87E2-4A5B832C6D1C}" dt="2026-03-04T23:15:02.301" v="1453" actId="47"/>
        <pc:sldMkLst>
          <pc:docMk/>
          <pc:sldMk cId="0" sldId="263"/>
        </pc:sldMkLst>
      </pc:sldChg>
      <pc:sldChg chg="modSp add del mod modTransition">
        <pc:chgData name="Christopher Lehmuth" userId="f0198e4b524e9897" providerId="LiveId" clId="{C4BD7056-25EC-4A9F-87E2-4A5B832C6D1C}" dt="2026-03-04T23:15:02.301" v="1453" actId="47"/>
        <pc:sldMkLst>
          <pc:docMk/>
          <pc:sldMk cId="0" sldId="264"/>
        </pc:sldMkLst>
      </pc:sldChg>
      <pc:sldChg chg="add del modTransition">
        <pc:chgData name="Christopher Lehmuth" userId="f0198e4b524e9897" providerId="LiveId" clId="{C4BD7056-25EC-4A9F-87E2-4A5B832C6D1C}" dt="2026-03-04T23:15:02.301" v="1453" actId="47"/>
        <pc:sldMkLst>
          <pc:docMk/>
          <pc:sldMk cId="0" sldId="265"/>
        </pc:sldMkLst>
      </pc:sldChg>
      <pc:sldChg chg="add del modTransition">
        <pc:chgData name="Christopher Lehmuth" userId="f0198e4b524e9897" providerId="LiveId" clId="{C4BD7056-25EC-4A9F-87E2-4A5B832C6D1C}" dt="2026-03-04T23:15:02.301" v="1453" actId="47"/>
        <pc:sldMkLst>
          <pc:docMk/>
          <pc:sldMk cId="0" sldId="266"/>
        </pc:sldMkLst>
      </pc:sldChg>
      <pc:sldChg chg="add del modTransition">
        <pc:chgData name="Christopher Lehmuth" userId="f0198e4b524e9897" providerId="LiveId" clId="{C4BD7056-25EC-4A9F-87E2-4A5B832C6D1C}" dt="2026-03-04T23:15:02.301" v="1453" actId="47"/>
        <pc:sldMkLst>
          <pc:docMk/>
          <pc:sldMk cId="0" sldId="267"/>
        </pc:sldMkLst>
      </pc:sldChg>
      <pc:sldChg chg="add del modTransition">
        <pc:chgData name="Christopher Lehmuth" userId="f0198e4b524e9897" providerId="LiveId" clId="{C4BD7056-25EC-4A9F-87E2-4A5B832C6D1C}" dt="2026-03-04T23:15:02.301" v="1453" actId="47"/>
        <pc:sldMkLst>
          <pc:docMk/>
          <pc:sldMk cId="0" sldId="268"/>
        </pc:sldMkLst>
      </pc:sldChg>
      <pc:sldChg chg="add del modTransition">
        <pc:chgData name="Christopher Lehmuth" userId="f0198e4b524e9897" providerId="LiveId" clId="{C4BD7056-25EC-4A9F-87E2-4A5B832C6D1C}" dt="2026-03-04T23:15:02.301" v="1453" actId="47"/>
        <pc:sldMkLst>
          <pc:docMk/>
          <pc:sldMk cId="0" sldId="270"/>
        </pc:sldMkLst>
      </pc:sldChg>
      <pc:sldChg chg="modSp add del mod modTransition">
        <pc:chgData name="Christopher Lehmuth" userId="f0198e4b524e9897" providerId="LiveId" clId="{C4BD7056-25EC-4A9F-87E2-4A5B832C6D1C}" dt="2026-03-04T23:15:02.301" v="1453" actId="47"/>
        <pc:sldMkLst>
          <pc:docMk/>
          <pc:sldMk cId="0" sldId="271"/>
        </pc:sldMkLst>
      </pc:sldChg>
      <pc:sldChg chg="add del modTransition">
        <pc:chgData name="Christopher Lehmuth" userId="f0198e4b524e9897" providerId="LiveId" clId="{C4BD7056-25EC-4A9F-87E2-4A5B832C6D1C}" dt="2026-03-04T23:15:02.301" v="1453" actId="47"/>
        <pc:sldMkLst>
          <pc:docMk/>
          <pc:sldMk cId="0" sldId="272"/>
        </pc:sldMkLst>
      </pc:sldChg>
      <pc:sldChg chg="add del modTransition">
        <pc:chgData name="Christopher Lehmuth" userId="f0198e4b524e9897" providerId="LiveId" clId="{C4BD7056-25EC-4A9F-87E2-4A5B832C6D1C}" dt="2026-03-04T23:15:02.301" v="1453" actId="47"/>
        <pc:sldMkLst>
          <pc:docMk/>
          <pc:sldMk cId="0" sldId="273"/>
        </pc:sldMkLst>
      </pc:sldChg>
      <pc:sldChg chg="add del modTransition">
        <pc:chgData name="Christopher Lehmuth" userId="f0198e4b524e9897" providerId="LiveId" clId="{C4BD7056-25EC-4A9F-87E2-4A5B832C6D1C}" dt="2026-03-04T23:15:02.301" v="1453" actId="47"/>
        <pc:sldMkLst>
          <pc:docMk/>
          <pc:sldMk cId="0" sldId="274"/>
        </pc:sldMkLst>
      </pc:sldChg>
      <pc:sldChg chg="add del modTransition">
        <pc:chgData name="Christopher Lehmuth" userId="f0198e4b524e9897" providerId="LiveId" clId="{C4BD7056-25EC-4A9F-87E2-4A5B832C6D1C}" dt="2026-03-04T23:15:02.301" v="1453" actId="47"/>
        <pc:sldMkLst>
          <pc:docMk/>
          <pc:sldMk cId="0" sldId="275"/>
        </pc:sldMkLst>
      </pc:sldChg>
      <pc:sldChg chg="modSp mod">
        <pc:chgData name="Christopher Lehmuth" userId="f0198e4b524e9897" providerId="LiveId" clId="{C4BD7056-25EC-4A9F-87E2-4A5B832C6D1C}" dt="2026-03-04T23:19:14.504" v="1560" actId="20577"/>
        <pc:sldMkLst>
          <pc:docMk/>
          <pc:sldMk cId="1013474288" sldId="511"/>
        </pc:sldMkLst>
        <pc:spChg chg="mod">
          <ac:chgData name="Christopher Lehmuth" userId="f0198e4b524e9897" providerId="LiveId" clId="{C4BD7056-25EC-4A9F-87E2-4A5B832C6D1C}" dt="2026-03-04T23:19:14.504" v="1560" actId="20577"/>
          <ac:spMkLst>
            <pc:docMk/>
            <pc:sldMk cId="1013474288" sldId="511"/>
            <ac:spMk id="2" creationId="{ABDA5CAA-4B5B-8730-B8F6-54326E59928D}"/>
          </ac:spMkLst>
        </pc:spChg>
      </pc:sldChg>
      <pc:sldChg chg="modSp add del mod modTransition">
        <pc:chgData name="Christopher Lehmuth" userId="f0198e4b524e9897" providerId="LiveId" clId="{C4BD7056-25EC-4A9F-87E2-4A5B832C6D1C}" dt="2026-03-04T23:15:02.301" v="1453" actId="47"/>
        <pc:sldMkLst>
          <pc:docMk/>
          <pc:sldMk cId="0" sldId="536"/>
        </pc:sldMkLst>
      </pc:sldChg>
      <pc:sldChg chg="add del modTransition">
        <pc:chgData name="Christopher Lehmuth" userId="f0198e4b524e9897" providerId="LiveId" clId="{C4BD7056-25EC-4A9F-87E2-4A5B832C6D1C}" dt="2026-03-04T23:15:02.301" v="1453" actId="47"/>
        <pc:sldMkLst>
          <pc:docMk/>
          <pc:sldMk cId="0" sldId="537"/>
        </pc:sldMkLst>
      </pc:sldChg>
      <pc:sldChg chg="add del modTransition">
        <pc:chgData name="Christopher Lehmuth" userId="f0198e4b524e9897" providerId="LiveId" clId="{C4BD7056-25EC-4A9F-87E2-4A5B832C6D1C}" dt="2026-03-04T23:15:02.301" v="1453" actId="47"/>
        <pc:sldMkLst>
          <pc:docMk/>
          <pc:sldMk cId="0" sldId="538"/>
        </pc:sldMkLst>
      </pc:sldChg>
      <pc:sldChg chg="add del modTransition">
        <pc:chgData name="Christopher Lehmuth" userId="f0198e4b524e9897" providerId="LiveId" clId="{C4BD7056-25EC-4A9F-87E2-4A5B832C6D1C}" dt="2026-03-04T23:15:02.301" v="1453" actId="47"/>
        <pc:sldMkLst>
          <pc:docMk/>
          <pc:sldMk cId="0" sldId="539"/>
        </pc:sldMkLst>
      </pc:sldChg>
      <pc:sldChg chg="addSp modSp add del mod modTransition">
        <pc:chgData name="Christopher Lehmuth" userId="f0198e4b524e9897" providerId="LiveId" clId="{C4BD7056-25EC-4A9F-87E2-4A5B832C6D1C}" dt="2026-03-04T23:17:58.473" v="1482" actId="47"/>
        <pc:sldMkLst>
          <pc:docMk/>
          <pc:sldMk cId="0" sldId="540"/>
        </pc:sldMkLst>
      </pc:sldChg>
      <pc:sldChg chg="addSp modSp add del mod modTransition">
        <pc:chgData name="Christopher Lehmuth" userId="f0198e4b524e9897" providerId="LiveId" clId="{C4BD7056-25EC-4A9F-87E2-4A5B832C6D1C}" dt="2026-03-04T23:17:56.629" v="1481" actId="47"/>
        <pc:sldMkLst>
          <pc:docMk/>
          <pc:sldMk cId="0" sldId="541"/>
        </pc:sldMkLst>
      </pc:sldChg>
      <pc:sldChg chg="addSp delSp modSp add mod modTransition">
        <pc:chgData name="Christopher Lehmuth" userId="f0198e4b524e9897" providerId="LiveId" clId="{C4BD7056-25EC-4A9F-87E2-4A5B832C6D1C}" dt="2026-03-04T23:24:00.211" v="1686" actId="26606"/>
        <pc:sldMkLst>
          <pc:docMk/>
          <pc:sldMk cId="0" sldId="542"/>
        </pc:sldMkLst>
        <pc:spChg chg="mod">
          <ac:chgData name="Christopher Lehmuth" userId="f0198e4b524e9897" providerId="LiveId" clId="{C4BD7056-25EC-4A9F-87E2-4A5B832C6D1C}" dt="2026-03-04T23:24:00.211" v="1686" actId="26606"/>
          <ac:spMkLst>
            <pc:docMk/>
            <pc:sldMk cId="0" sldId="542"/>
            <ac:spMk id="2" creationId="{00000000-0000-0000-0000-000000000000}"/>
          </ac:spMkLst>
        </pc:spChg>
        <pc:spChg chg="del">
          <ac:chgData name="Christopher Lehmuth" userId="f0198e4b524e9897" providerId="LiveId" clId="{C4BD7056-25EC-4A9F-87E2-4A5B832C6D1C}" dt="2026-03-04T23:24:00.211" v="1686" actId="26606"/>
          <ac:spMkLst>
            <pc:docMk/>
            <pc:sldMk cId="0" sldId="542"/>
            <ac:spMk id="3" creationId="{00000000-0000-0000-0000-000000000000}"/>
          </ac:spMkLst>
        </pc:spChg>
        <pc:graphicFrameChg chg="add">
          <ac:chgData name="Christopher Lehmuth" userId="f0198e4b524e9897" providerId="LiveId" clId="{C4BD7056-25EC-4A9F-87E2-4A5B832C6D1C}" dt="2026-03-04T23:24:00.211" v="1686" actId="26606"/>
          <ac:graphicFrameMkLst>
            <pc:docMk/>
            <pc:sldMk cId="0" sldId="542"/>
            <ac:graphicFrameMk id="5" creationId="{AB22A953-CA79-F540-A728-0A9E273DF0F6}"/>
          </ac:graphicFrameMkLst>
        </pc:graphicFrameChg>
      </pc:sldChg>
      <pc:sldChg chg="addSp delSp modSp add mod modTransition">
        <pc:chgData name="Christopher Lehmuth" userId="f0198e4b524e9897" providerId="LiveId" clId="{C4BD7056-25EC-4A9F-87E2-4A5B832C6D1C}" dt="2026-03-04T23:23:40.150" v="1684" actId="26606"/>
        <pc:sldMkLst>
          <pc:docMk/>
          <pc:sldMk cId="0" sldId="543"/>
        </pc:sldMkLst>
        <pc:spChg chg="mod">
          <ac:chgData name="Christopher Lehmuth" userId="f0198e4b524e9897" providerId="LiveId" clId="{C4BD7056-25EC-4A9F-87E2-4A5B832C6D1C}" dt="2026-03-04T23:23:40.150" v="1684" actId="26606"/>
          <ac:spMkLst>
            <pc:docMk/>
            <pc:sldMk cId="0" sldId="543"/>
            <ac:spMk id="2" creationId="{00000000-0000-0000-0000-000000000000}"/>
          </ac:spMkLst>
        </pc:spChg>
        <pc:spChg chg="del">
          <ac:chgData name="Christopher Lehmuth" userId="f0198e4b524e9897" providerId="LiveId" clId="{C4BD7056-25EC-4A9F-87E2-4A5B832C6D1C}" dt="2026-03-04T23:23:40.150" v="1684" actId="26606"/>
          <ac:spMkLst>
            <pc:docMk/>
            <pc:sldMk cId="0" sldId="543"/>
            <ac:spMk id="3" creationId="{00000000-0000-0000-0000-000000000000}"/>
          </ac:spMkLst>
        </pc:spChg>
        <pc:graphicFrameChg chg="add">
          <ac:chgData name="Christopher Lehmuth" userId="f0198e4b524e9897" providerId="LiveId" clId="{C4BD7056-25EC-4A9F-87E2-4A5B832C6D1C}" dt="2026-03-04T23:23:40.150" v="1684" actId="26606"/>
          <ac:graphicFrameMkLst>
            <pc:docMk/>
            <pc:sldMk cId="0" sldId="543"/>
            <ac:graphicFrameMk id="5" creationId="{36DDC259-CD2F-CB3B-AA8A-6D64F735CB75}"/>
          </ac:graphicFrameMkLst>
        </pc:graphicFrameChg>
      </pc:sldChg>
      <pc:sldChg chg="addSp delSp modSp add mod modTransition modClrScheme chgLayout">
        <pc:chgData name="Christopher Lehmuth" userId="f0198e4b524e9897" providerId="LiveId" clId="{C4BD7056-25EC-4A9F-87E2-4A5B832C6D1C}" dt="2026-03-04T23:24:22.249" v="1688" actId="26606"/>
        <pc:sldMkLst>
          <pc:docMk/>
          <pc:sldMk cId="0" sldId="544"/>
        </pc:sldMkLst>
        <pc:spChg chg="mod">
          <ac:chgData name="Christopher Lehmuth" userId="f0198e4b524e9897" providerId="LiveId" clId="{C4BD7056-25EC-4A9F-87E2-4A5B832C6D1C}" dt="2026-03-04T23:24:22.249" v="1688" actId="26606"/>
          <ac:spMkLst>
            <pc:docMk/>
            <pc:sldMk cId="0" sldId="544"/>
            <ac:spMk id="2" creationId="{00000000-0000-0000-0000-000000000000}"/>
          </ac:spMkLst>
        </pc:spChg>
        <pc:spChg chg="del">
          <ac:chgData name="Christopher Lehmuth" userId="f0198e4b524e9897" providerId="LiveId" clId="{C4BD7056-25EC-4A9F-87E2-4A5B832C6D1C}" dt="2026-03-04T23:23:32.612" v="1683" actId="26606"/>
          <ac:spMkLst>
            <pc:docMk/>
            <pc:sldMk cId="0" sldId="544"/>
            <ac:spMk id="3" creationId="{00000000-0000-0000-0000-000000000000}"/>
          </ac:spMkLst>
        </pc:spChg>
        <pc:graphicFrameChg chg="add mod modGraphic">
          <ac:chgData name="Christopher Lehmuth" userId="f0198e4b524e9897" providerId="LiveId" clId="{C4BD7056-25EC-4A9F-87E2-4A5B832C6D1C}" dt="2026-03-04T23:24:22.249" v="1688" actId="26606"/>
          <ac:graphicFrameMkLst>
            <pc:docMk/>
            <pc:sldMk cId="0" sldId="544"/>
            <ac:graphicFrameMk id="5" creationId="{06EF3247-AD10-9174-2202-7E8F919C3CF2}"/>
          </ac:graphicFrameMkLst>
        </pc:graphicFrameChg>
      </pc:sldChg>
      <pc:sldChg chg="addSp delSp modSp add mod modTransition">
        <pc:chgData name="Christopher Lehmuth" userId="f0198e4b524e9897" providerId="LiveId" clId="{C4BD7056-25EC-4A9F-87E2-4A5B832C6D1C}" dt="2026-03-04T23:41:55.180" v="1735" actId="20577"/>
        <pc:sldMkLst>
          <pc:docMk/>
          <pc:sldMk cId="0" sldId="545"/>
        </pc:sldMkLst>
        <pc:spChg chg="mod">
          <ac:chgData name="Christopher Lehmuth" userId="f0198e4b524e9897" providerId="LiveId" clId="{C4BD7056-25EC-4A9F-87E2-4A5B832C6D1C}" dt="2026-03-04T23:24:17.704" v="1687" actId="26606"/>
          <ac:spMkLst>
            <pc:docMk/>
            <pc:sldMk cId="0" sldId="545"/>
            <ac:spMk id="2" creationId="{00000000-0000-0000-0000-000000000000}"/>
          </ac:spMkLst>
        </pc:spChg>
        <pc:spChg chg="del">
          <ac:chgData name="Christopher Lehmuth" userId="f0198e4b524e9897" providerId="LiveId" clId="{C4BD7056-25EC-4A9F-87E2-4A5B832C6D1C}" dt="2026-03-04T23:24:17.704" v="1687" actId="26606"/>
          <ac:spMkLst>
            <pc:docMk/>
            <pc:sldMk cId="0" sldId="545"/>
            <ac:spMk id="3" creationId="{00000000-0000-0000-0000-000000000000}"/>
          </ac:spMkLst>
        </pc:spChg>
        <pc:graphicFrameChg chg="add modGraphic">
          <ac:chgData name="Christopher Lehmuth" userId="f0198e4b524e9897" providerId="LiveId" clId="{C4BD7056-25EC-4A9F-87E2-4A5B832C6D1C}" dt="2026-03-04T23:41:55.180" v="1735" actId="20577"/>
          <ac:graphicFrameMkLst>
            <pc:docMk/>
            <pc:sldMk cId="0" sldId="545"/>
            <ac:graphicFrameMk id="5" creationId="{7B507332-A228-A39B-C3A6-F96A55282454}"/>
          </ac:graphicFrameMkLst>
        </pc:graphicFrameChg>
      </pc:sldChg>
      <pc:sldChg chg="addSp delSp modSp add mod modTransition">
        <pc:chgData name="Christopher Lehmuth" userId="f0198e4b524e9897" providerId="LiveId" clId="{C4BD7056-25EC-4A9F-87E2-4A5B832C6D1C}" dt="2026-03-04T23:42:44.801" v="1739" actId="207"/>
        <pc:sldMkLst>
          <pc:docMk/>
          <pc:sldMk cId="0" sldId="546"/>
        </pc:sldMkLst>
        <pc:spChg chg="mod">
          <ac:chgData name="Christopher Lehmuth" userId="f0198e4b524e9897" providerId="LiveId" clId="{C4BD7056-25EC-4A9F-87E2-4A5B832C6D1C}" dt="2026-03-04T23:24:42.835" v="1689" actId="26606"/>
          <ac:spMkLst>
            <pc:docMk/>
            <pc:sldMk cId="0" sldId="546"/>
            <ac:spMk id="2" creationId="{00000000-0000-0000-0000-000000000000}"/>
          </ac:spMkLst>
        </pc:spChg>
        <pc:spChg chg="del">
          <ac:chgData name="Christopher Lehmuth" userId="f0198e4b524e9897" providerId="LiveId" clId="{C4BD7056-25EC-4A9F-87E2-4A5B832C6D1C}" dt="2026-03-04T23:24:42.835" v="1689" actId="26606"/>
          <ac:spMkLst>
            <pc:docMk/>
            <pc:sldMk cId="0" sldId="546"/>
            <ac:spMk id="3" creationId="{00000000-0000-0000-0000-000000000000}"/>
          </ac:spMkLst>
        </pc:spChg>
        <pc:graphicFrameChg chg="add mod modGraphic">
          <ac:chgData name="Christopher Lehmuth" userId="f0198e4b524e9897" providerId="LiveId" clId="{C4BD7056-25EC-4A9F-87E2-4A5B832C6D1C}" dt="2026-03-04T23:42:44.801" v="1739" actId="207"/>
          <ac:graphicFrameMkLst>
            <pc:docMk/>
            <pc:sldMk cId="0" sldId="546"/>
            <ac:graphicFrameMk id="5" creationId="{511294A4-3F87-37E3-FF14-49E9266CD4D3}"/>
          </ac:graphicFrameMkLst>
        </pc:graphicFrameChg>
      </pc:sldChg>
      <pc:sldChg chg="addSp delSp modSp add mod modTransition">
        <pc:chgData name="Christopher Lehmuth" userId="f0198e4b524e9897" providerId="LiveId" clId="{C4BD7056-25EC-4A9F-87E2-4A5B832C6D1C}" dt="2026-03-04T23:24:52.336" v="1690" actId="26606"/>
        <pc:sldMkLst>
          <pc:docMk/>
          <pc:sldMk cId="0" sldId="547"/>
        </pc:sldMkLst>
        <pc:spChg chg="mod">
          <ac:chgData name="Christopher Lehmuth" userId="f0198e4b524e9897" providerId="LiveId" clId="{C4BD7056-25EC-4A9F-87E2-4A5B832C6D1C}" dt="2026-03-04T23:24:52.336" v="1690" actId="26606"/>
          <ac:spMkLst>
            <pc:docMk/>
            <pc:sldMk cId="0" sldId="547"/>
            <ac:spMk id="2" creationId="{00000000-0000-0000-0000-000000000000}"/>
          </ac:spMkLst>
        </pc:spChg>
        <pc:spChg chg="del">
          <ac:chgData name="Christopher Lehmuth" userId="f0198e4b524e9897" providerId="LiveId" clId="{C4BD7056-25EC-4A9F-87E2-4A5B832C6D1C}" dt="2026-03-04T23:24:52.336" v="1690" actId="26606"/>
          <ac:spMkLst>
            <pc:docMk/>
            <pc:sldMk cId="0" sldId="547"/>
            <ac:spMk id="3" creationId="{00000000-0000-0000-0000-000000000000}"/>
          </ac:spMkLst>
        </pc:spChg>
        <pc:graphicFrameChg chg="add">
          <ac:chgData name="Christopher Lehmuth" userId="f0198e4b524e9897" providerId="LiveId" clId="{C4BD7056-25EC-4A9F-87E2-4A5B832C6D1C}" dt="2026-03-04T23:24:52.336" v="1690" actId="26606"/>
          <ac:graphicFrameMkLst>
            <pc:docMk/>
            <pc:sldMk cId="0" sldId="547"/>
            <ac:graphicFrameMk id="5" creationId="{7A41946B-77E3-9C8E-D960-274186AD2A0A}"/>
          </ac:graphicFrameMkLst>
        </pc:graphicFrameChg>
      </pc:sldChg>
      <pc:sldChg chg="addSp delSp modSp add mod modTransition">
        <pc:chgData name="Christopher Lehmuth" userId="f0198e4b524e9897" providerId="LiveId" clId="{C4BD7056-25EC-4A9F-87E2-4A5B832C6D1C}" dt="2026-03-04T23:24:59.320" v="1691" actId="26606"/>
        <pc:sldMkLst>
          <pc:docMk/>
          <pc:sldMk cId="0" sldId="548"/>
        </pc:sldMkLst>
        <pc:spChg chg="mod">
          <ac:chgData name="Christopher Lehmuth" userId="f0198e4b524e9897" providerId="LiveId" clId="{C4BD7056-25EC-4A9F-87E2-4A5B832C6D1C}" dt="2026-03-04T23:24:59.320" v="1691" actId="26606"/>
          <ac:spMkLst>
            <pc:docMk/>
            <pc:sldMk cId="0" sldId="548"/>
            <ac:spMk id="2" creationId="{00000000-0000-0000-0000-000000000000}"/>
          </ac:spMkLst>
        </pc:spChg>
        <pc:spChg chg="del">
          <ac:chgData name="Christopher Lehmuth" userId="f0198e4b524e9897" providerId="LiveId" clId="{C4BD7056-25EC-4A9F-87E2-4A5B832C6D1C}" dt="2026-03-04T23:24:59.320" v="1691" actId="26606"/>
          <ac:spMkLst>
            <pc:docMk/>
            <pc:sldMk cId="0" sldId="548"/>
            <ac:spMk id="3" creationId="{00000000-0000-0000-0000-000000000000}"/>
          </ac:spMkLst>
        </pc:spChg>
        <pc:graphicFrameChg chg="add">
          <ac:chgData name="Christopher Lehmuth" userId="f0198e4b524e9897" providerId="LiveId" clId="{C4BD7056-25EC-4A9F-87E2-4A5B832C6D1C}" dt="2026-03-04T23:24:59.320" v="1691" actId="26606"/>
          <ac:graphicFrameMkLst>
            <pc:docMk/>
            <pc:sldMk cId="0" sldId="548"/>
            <ac:graphicFrameMk id="5" creationId="{AF74AEBF-E53F-06AA-6EB6-F0F6B6033156}"/>
          </ac:graphicFrameMkLst>
        </pc:graphicFrameChg>
      </pc:sldChg>
      <pc:sldChg chg="addSp delSp modSp add mod modTransition">
        <pc:chgData name="Christopher Lehmuth" userId="f0198e4b524e9897" providerId="LiveId" clId="{C4BD7056-25EC-4A9F-87E2-4A5B832C6D1C}" dt="2026-03-04T23:25:09.079" v="1692" actId="26606"/>
        <pc:sldMkLst>
          <pc:docMk/>
          <pc:sldMk cId="0" sldId="549"/>
        </pc:sldMkLst>
        <pc:spChg chg="mod">
          <ac:chgData name="Christopher Lehmuth" userId="f0198e4b524e9897" providerId="LiveId" clId="{C4BD7056-25EC-4A9F-87E2-4A5B832C6D1C}" dt="2026-03-04T23:25:09.079" v="1692" actId="26606"/>
          <ac:spMkLst>
            <pc:docMk/>
            <pc:sldMk cId="0" sldId="549"/>
            <ac:spMk id="2" creationId="{00000000-0000-0000-0000-000000000000}"/>
          </ac:spMkLst>
        </pc:spChg>
        <pc:spChg chg="del">
          <ac:chgData name="Christopher Lehmuth" userId="f0198e4b524e9897" providerId="LiveId" clId="{C4BD7056-25EC-4A9F-87E2-4A5B832C6D1C}" dt="2026-03-04T23:25:09.079" v="1692" actId="26606"/>
          <ac:spMkLst>
            <pc:docMk/>
            <pc:sldMk cId="0" sldId="549"/>
            <ac:spMk id="3" creationId="{00000000-0000-0000-0000-000000000000}"/>
          </ac:spMkLst>
        </pc:spChg>
        <pc:graphicFrameChg chg="add">
          <ac:chgData name="Christopher Lehmuth" userId="f0198e4b524e9897" providerId="LiveId" clId="{C4BD7056-25EC-4A9F-87E2-4A5B832C6D1C}" dt="2026-03-04T23:25:09.079" v="1692" actId="26606"/>
          <ac:graphicFrameMkLst>
            <pc:docMk/>
            <pc:sldMk cId="0" sldId="549"/>
            <ac:graphicFrameMk id="5" creationId="{740CC9DB-5D28-28E0-0F12-5621C08B11F1}"/>
          </ac:graphicFrameMkLst>
        </pc:graphicFrameChg>
      </pc:sldChg>
      <pc:sldChg chg="addSp delSp modSp add mod modTransition">
        <pc:chgData name="Christopher Lehmuth" userId="f0198e4b524e9897" providerId="LiveId" clId="{C4BD7056-25EC-4A9F-87E2-4A5B832C6D1C}" dt="2026-03-04T23:25:24.656" v="1704" actId="20577"/>
        <pc:sldMkLst>
          <pc:docMk/>
          <pc:sldMk cId="0" sldId="550"/>
        </pc:sldMkLst>
        <pc:spChg chg="mod">
          <ac:chgData name="Christopher Lehmuth" userId="f0198e4b524e9897" providerId="LiveId" clId="{C4BD7056-25EC-4A9F-87E2-4A5B832C6D1C}" dt="2026-03-04T23:25:24.656" v="1704" actId="20577"/>
          <ac:spMkLst>
            <pc:docMk/>
            <pc:sldMk cId="0" sldId="550"/>
            <ac:spMk id="2" creationId="{00000000-0000-0000-0000-000000000000}"/>
          </ac:spMkLst>
        </pc:spChg>
        <pc:spChg chg="del">
          <ac:chgData name="Christopher Lehmuth" userId="f0198e4b524e9897" providerId="LiveId" clId="{C4BD7056-25EC-4A9F-87E2-4A5B832C6D1C}" dt="2026-03-04T23:25:15.064" v="1693" actId="26606"/>
          <ac:spMkLst>
            <pc:docMk/>
            <pc:sldMk cId="0" sldId="550"/>
            <ac:spMk id="3" creationId="{00000000-0000-0000-0000-000000000000}"/>
          </ac:spMkLst>
        </pc:spChg>
        <pc:graphicFrameChg chg="add">
          <ac:chgData name="Christopher Lehmuth" userId="f0198e4b524e9897" providerId="LiveId" clId="{C4BD7056-25EC-4A9F-87E2-4A5B832C6D1C}" dt="2026-03-04T23:25:15.064" v="1693" actId="26606"/>
          <ac:graphicFrameMkLst>
            <pc:docMk/>
            <pc:sldMk cId="0" sldId="550"/>
            <ac:graphicFrameMk id="5" creationId="{EFA515C5-B6E4-D042-D245-F0CEA5571E68}"/>
          </ac:graphicFrameMkLst>
        </pc:graphicFrameChg>
      </pc:sldChg>
      <pc:sldChg chg="addSp delSp modSp add mod modTransition">
        <pc:chgData name="Christopher Lehmuth" userId="f0198e4b524e9897" providerId="LiveId" clId="{C4BD7056-25EC-4A9F-87E2-4A5B832C6D1C}" dt="2026-03-04T23:25:31.240" v="1705" actId="26606"/>
        <pc:sldMkLst>
          <pc:docMk/>
          <pc:sldMk cId="0" sldId="551"/>
        </pc:sldMkLst>
        <pc:spChg chg="mod">
          <ac:chgData name="Christopher Lehmuth" userId="f0198e4b524e9897" providerId="LiveId" clId="{C4BD7056-25EC-4A9F-87E2-4A5B832C6D1C}" dt="2026-03-04T23:25:31.240" v="1705" actId="26606"/>
          <ac:spMkLst>
            <pc:docMk/>
            <pc:sldMk cId="0" sldId="551"/>
            <ac:spMk id="2" creationId="{00000000-0000-0000-0000-000000000000}"/>
          </ac:spMkLst>
        </pc:spChg>
        <pc:spChg chg="del">
          <ac:chgData name="Christopher Lehmuth" userId="f0198e4b524e9897" providerId="LiveId" clId="{C4BD7056-25EC-4A9F-87E2-4A5B832C6D1C}" dt="2026-03-04T23:25:31.240" v="1705" actId="26606"/>
          <ac:spMkLst>
            <pc:docMk/>
            <pc:sldMk cId="0" sldId="551"/>
            <ac:spMk id="3" creationId="{00000000-0000-0000-0000-000000000000}"/>
          </ac:spMkLst>
        </pc:spChg>
        <pc:graphicFrameChg chg="add">
          <ac:chgData name="Christopher Lehmuth" userId="f0198e4b524e9897" providerId="LiveId" clId="{C4BD7056-25EC-4A9F-87E2-4A5B832C6D1C}" dt="2026-03-04T23:25:31.240" v="1705" actId="26606"/>
          <ac:graphicFrameMkLst>
            <pc:docMk/>
            <pc:sldMk cId="0" sldId="551"/>
            <ac:graphicFrameMk id="5" creationId="{974982EB-00F0-0996-BB82-FA1A01B47FD6}"/>
          </ac:graphicFrameMkLst>
        </pc:graphicFrameChg>
      </pc:sldChg>
      <pc:sldChg chg="addSp delSp modSp add mod modTransition modClrScheme chgLayout">
        <pc:chgData name="Christopher Lehmuth" userId="f0198e4b524e9897" providerId="LiveId" clId="{C4BD7056-25EC-4A9F-87E2-4A5B832C6D1C}" dt="2026-03-04T23:26:33.117" v="1714" actId="26606"/>
        <pc:sldMkLst>
          <pc:docMk/>
          <pc:sldMk cId="0" sldId="552"/>
        </pc:sldMkLst>
        <pc:spChg chg="mod">
          <ac:chgData name="Christopher Lehmuth" userId="f0198e4b524e9897" providerId="LiveId" clId="{C4BD7056-25EC-4A9F-87E2-4A5B832C6D1C}" dt="2026-03-04T23:26:33.117" v="1714" actId="26606"/>
          <ac:spMkLst>
            <pc:docMk/>
            <pc:sldMk cId="0" sldId="552"/>
            <ac:spMk id="2" creationId="{00000000-0000-0000-0000-000000000000}"/>
          </ac:spMkLst>
        </pc:spChg>
        <pc:spChg chg="add del mod">
          <ac:chgData name="Christopher Lehmuth" userId="f0198e4b524e9897" providerId="LiveId" clId="{C4BD7056-25EC-4A9F-87E2-4A5B832C6D1C}" dt="2026-03-04T23:26:06.068" v="1712" actId="26606"/>
          <ac:spMkLst>
            <pc:docMk/>
            <pc:sldMk cId="0" sldId="552"/>
            <ac:spMk id="3" creationId="{00000000-0000-0000-0000-000000000000}"/>
          </ac:spMkLst>
        </pc:spChg>
        <pc:graphicFrameChg chg="add del">
          <ac:chgData name="Christopher Lehmuth" userId="f0198e4b524e9897" providerId="LiveId" clId="{C4BD7056-25EC-4A9F-87E2-4A5B832C6D1C}" dt="2026-03-04T23:26:06.021" v="1711" actId="26606"/>
          <ac:graphicFrameMkLst>
            <pc:docMk/>
            <pc:sldMk cId="0" sldId="552"/>
            <ac:graphicFrameMk id="5" creationId="{F81748AF-0DDD-986F-61F9-615DFE768841}"/>
          </ac:graphicFrameMkLst>
        </pc:graphicFrameChg>
        <pc:graphicFrameChg chg="add mod modGraphic">
          <ac:chgData name="Christopher Lehmuth" userId="f0198e4b524e9897" providerId="LiveId" clId="{C4BD7056-25EC-4A9F-87E2-4A5B832C6D1C}" dt="2026-03-04T23:26:33.117" v="1714" actId="26606"/>
          <ac:graphicFrameMkLst>
            <pc:docMk/>
            <pc:sldMk cId="0" sldId="552"/>
            <ac:graphicFrameMk id="7" creationId="{2380A6BF-7933-A84D-CA52-3C8AD93FB475}"/>
          </ac:graphicFrameMkLst>
        </pc:graphicFrameChg>
      </pc:sldChg>
      <pc:sldChg chg="addSp delSp modSp add mod modTransition">
        <pc:chgData name="Christopher Lehmuth" userId="f0198e4b524e9897" providerId="LiveId" clId="{C4BD7056-25EC-4A9F-87E2-4A5B832C6D1C}" dt="2026-03-04T23:26:38.180" v="1715" actId="26606"/>
        <pc:sldMkLst>
          <pc:docMk/>
          <pc:sldMk cId="0" sldId="553"/>
        </pc:sldMkLst>
        <pc:spChg chg="mod">
          <ac:chgData name="Christopher Lehmuth" userId="f0198e4b524e9897" providerId="LiveId" clId="{C4BD7056-25EC-4A9F-87E2-4A5B832C6D1C}" dt="2026-03-04T23:26:38.180" v="1715" actId="26606"/>
          <ac:spMkLst>
            <pc:docMk/>
            <pc:sldMk cId="0" sldId="553"/>
            <ac:spMk id="2" creationId="{00000000-0000-0000-0000-000000000000}"/>
          </ac:spMkLst>
        </pc:spChg>
        <pc:spChg chg="del">
          <ac:chgData name="Christopher Lehmuth" userId="f0198e4b524e9897" providerId="LiveId" clId="{C4BD7056-25EC-4A9F-87E2-4A5B832C6D1C}" dt="2026-03-04T23:26:38.180" v="1715" actId="26606"/>
          <ac:spMkLst>
            <pc:docMk/>
            <pc:sldMk cId="0" sldId="553"/>
            <ac:spMk id="3" creationId="{00000000-0000-0000-0000-000000000000}"/>
          </ac:spMkLst>
        </pc:spChg>
        <pc:graphicFrameChg chg="add">
          <ac:chgData name="Christopher Lehmuth" userId="f0198e4b524e9897" providerId="LiveId" clId="{C4BD7056-25EC-4A9F-87E2-4A5B832C6D1C}" dt="2026-03-04T23:26:38.180" v="1715" actId="26606"/>
          <ac:graphicFrameMkLst>
            <pc:docMk/>
            <pc:sldMk cId="0" sldId="553"/>
            <ac:graphicFrameMk id="5" creationId="{4B645C74-5657-196B-EA6B-DD44E1250DE9}"/>
          </ac:graphicFrameMkLst>
        </pc:graphicFrameChg>
      </pc:sldChg>
      <pc:sldChg chg="addSp delSp modSp add mod modTransition">
        <pc:chgData name="Christopher Lehmuth" userId="f0198e4b524e9897" providerId="LiveId" clId="{C4BD7056-25EC-4A9F-87E2-4A5B832C6D1C}" dt="2026-03-04T23:26:47.646" v="1716" actId="26606"/>
        <pc:sldMkLst>
          <pc:docMk/>
          <pc:sldMk cId="0" sldId="554"/>
        </pc:sldMkLst>
        <pc:spChg chg="mod">
          <ac:chgData name="Christopher Lehmuth" userId="f0198e4b524e9897" providerId="LiveId" clId="{C4BD7056-25EC-4A9F-87E2-4A5B832C6D1C}" dt="2026-03-04T23:26:47.646" v="1716" actId="26606"/>
          <ac:spMkLst>
            <pc:docMk/>
            <pc:sldMk cId="0" sldId="554"/>
            <ac:spMk id="2" creationId="{00000000-0000-0000-0000-000000000000}"/>
          </ac:spMkLst>
        </pc:spChg>
        <pc:spChg chg="del">
          <ac:chgData name="Christopher Lehmuth" userId="f0198e4b524e9897" providerId="LiveId" clId="{C4BD7056-25EC-4A9F-87E2-4A5B832C6D1C}" dt="2026-03-04T23:26:47.646" v="1716" actId="26606"/>
          <ac:spMkLst>
            <pc:docMk/>
            <pc:sldMk cId="0" sldId="554"/>
            <ac:spMk id="3" creationId="{00000000-0000-0000-0000-000000000000}"/>
          </ac:spMkLst>
        </pc:spChg>
        <pc:graphicFrameChg chg="add">
          <ac:chgData name="Christopher Lehmuth" userId="f0198e4b524e9897" providerId="LiveId" clId="{C4BD7056-25EC-4A9F-87E2-4A5B832C6D1C}" dt="2026-03-04T23:26:47.646" v="1716" actId="26606"/>
          <ac:graphicFrameMkLst>
            <pc:docMk/>
            <pc:sldMk cId="0" sldId="554"/>
            <ac:graphicFrameMk id="5" creationId="{74BB386F-1A40-579D-E187-7FD45AA4A749}"/>
          </ac:graphicFrameMkLst>
        </pc:graphicFrameChg>
      </pc:sldChg>
      <pc:sldChg chg="addSp modSp add mod modTransition">
        <pc:chgData name="Christopher Lehmuth" userId="f0198e4b524e9897" providerId="LiveId" clId="{C4BD7056-25EC-4A9F-87E2-4A5B832C6D1C}" dt="2026-03-04T23:17:52.267" v="1480" actId="14100"/>
        <pc:sldMkLst>
          <pc:docMk/>
          <pc:sldMk cId="0" sldId="555"/>
        </pc:sldMkLst>
        <pc:spChg chg="mod">
          <ac:chgData name="Christopher Lehmuth" userId="f0198e4b524e9897" providerId="LiveId" clId="{C4BD7056-25EC-4A9F-87E2-4A5B832C6D1C}" dt="2026-03-04T23:17:52.267" v="1480" actId="14100"/>
          <ac:spMkLst>
            <pc:docMk/>
            <pc:sldMk cId="0" sldId="555"/>
            <ac:spMk id="2" creationId="{00000000-0000-0000-0000-000000000000}"/>
          </ac:spMkLst>
        </pc:spChg>
        <pc:spChg chg="mod">
          <ac:chgData name="Christopher Lehmuth" userId="f0198e4b524e9897" providerId="LiveId" clId="{C4BD7056-25EC-4A9F-87E2-4A5B832C6D1C}" dt="2026-03-04T23:17:36.120" v="1477" actId="20577"/>
          <ac:spMkLst>
            <pc:docMk/>
            <pc:sldMk cId="0" sldId="555"/>
            <ac:spMk id="3" creationId="{00000000-0000-0000-0000-000000000000}"/>
          </ac:spMkLst>
        </pc:spChg>
        <pc:picChg chg="add mod">
          <ac:chgData name="Christopher Lehmuth" userId="f0198e4b524e9897" providerId="LiveId" clId="{C4BD7056-25EC-4A9F-87E2-4A5B832C6D1C}" dt="2026-03-04T23:17:47.102" v="1479"/>
          <ac:picMkLst>
            <pc:docMk/>
            <pc:sldMk cId="0" sldId="555"/>
            <ac:picMk id="4" creationId="{D01BDA7C-EE33-3D27-177D-04E0F0954494}"/>
          </ac:picMkLst>
        </pc:picChg>
      </pc:sldChg>
      <pc:sldChg chg="addSp modSp add mod modTransition">
        <pc:chgData name="Christopher Lehmuth" userId="f0198e4b524e9897" providerId="LiveId" clId="{C4BD7056-25EC-4A9F-87E2-4A5B832C6D1C}" dt="2026-03-04T23:19:08.004" v="1540" actId="20577"/>
        <pc:sldMkLst>
          <pc:docMk/>
          <pc:sldMk cId="0" sldId="556"/>
        </pc:sldMkLst>
        <pc:spChg chg="mod">
          <ac:chgData name="Christopher Lehmuth" userId="f0198e4b524e9897" providerId="LiveId" clId="{C4BD7056-25EC-4A9F-87E2-4A5B832C6D1C}" dt="2026-03-04T23:18:06.899" v="1485" actId="14100"/>
          <ac:spMkLst>
            <pc:docMk/>
            <pc:sldMk cId="0" sldId="556"/>
            <ac:spMk id="2" creationId="{00000000-0000-0000-0000-000000000000}"/>
          </ac:spMkLst>
        </pc:spChg>
        <pc:spChg chg="mod">
          <ac:chgData name="Christopher Lehmuth" userId="f0198e4b524e9897" providerId="LiveId" clId="{C4BD7056-25EC-4A9F-87E2-4A5B832C6D1C}" dt="2026-03-04T23:19:08.004" v="1540" actId="20577"/>
          <ac:spMkLst>
            <pc:docMk/>
            <pc:sldMk cId="0" sldId="556"/>
            <ac:spMk id="3" creationId="{00000000-0000-0000-0000-000000000000}"/>
          </ac:spMkLst>
        </pc:spChg>
        <pc:picChg chg="add mod">
          <ac:chgData name="Christopher Lehmuth" userId="f0198e4b524e9897" providerId="LiveId" clId="{C4BD7056-25EC-4A9F-87E2-4A5B832C6D1C}" dt="2026-03-04T23:18:03.860" v="1484"/>
          <ac:picMkLst>
            <pc:docMk/>
            <pc:sldMk cId="0" sldId="556"/>
            <ac:picMk id="4" creationId="{E2CCDECE-9087-C8AF-583B-FFF8D4B89047}"/>
          </ac:picMkLst>
        </pc:picChg>
      </pc:sldChg>
      <pc:sldChg chg="addSp modSp add mod ord">
        <pc:chgData name="Christopher Lehmuth" userId="f0198e4b524e9897" providerId="LiveId" clId="{C4BD7056-25EC-4A9F-87E2-4A5B832C6D1C}" dt="2026-03-04T23:45:53.629" v="1908" actId="113"/>
        <pc:sldMkLst>
          <pc:docMk/>
          <pc:sldMk cId="3097129612" sldId="557"/>
        </pc:sldMkLst>
        <pc:spChg chg="mod">
          <ac:chgData name="Christopher Lehmuth" userId="f0198e4b524e9897" providerId="LiveId" clId="{C4BD7056-25EC-4A9F-87E2-4A5B832C6D1C}" dt="2026-03-04T23:19:47.144" v="1579" actId="14100"/>
          <ac:spMkLst>
            <pc:docMk/>
            <pc:sldMk cId="3097129612" sldId="557"/>
            <ac:spMk id="2" creationId="{0BFE555D-4A6C-B4B0-4578-CFAB85C44950}"/>
          </ac:spMkLst>
        </pc:spChg>
        <pc:spChg chg="mod">
          <ac:chgData name="Christopher Lehmuth" userId="f0198e4b524e9897" providerId="LiveId" clId="{C4BD7056-25EC-4A9F-87E2-4A5B832C6D1C}" dt="2026-03-04T23:45:53.629" v="1908" actId="113"/>
          <ac:spMkLst>
            <pc:docMk/>
            <pc:sldMk cId="3097129612" sldId="557"/>
            <ac:spMk id="3" creationId="{B70ACFD2-C189-B01C-DB1E-358F01D08A8B}"/>
          </ac:spMkLst>
        </pc:spChg>
        <pc:picChg chg="add mod">
          <ac:chgData name="Christopher Lehmuth" userId="f0198e4b524e9897" providerId="LiveId" clId="{C4BD7056-25EC-4A9F-87E2-4A5B832C6D1C}" dt="2026-03-04T23:19:44.218" v="1578"/>
          <ac:picMkLst>
            <pc:docMk/>
            <pc:sldMk cId="3097129612" sldId="557"/>
            <ac:picMk id="4" creationId="{D36CA872-BFFA-89A9-4424-777443F24C17}"/>
          </ac:picMkLst>
        </pc:picChg>
      </pc:sldChg>
      <pc:sldMasterChg chg="delSldLayout">
        <pc:chgData name="Christopher Lehmuth" userId="f0198e4b524e9897" providerId="LiveId" clId="{C4BD7056-25EC-4A9F-87E2-4A5B832C6D1C}" dt="2026-02-11T03:54:05.113" v="881" actId="47"/>
        <pc:sldMasterMkLst>
          <pc:docMk/>
          <pc:sldMasterMk cId="2840818540" sldId="2147483648"/>
        </pc:sldMasterMkLst>
      </pc:sldMaster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4" Type="http://schemas.openxmlformats.org/officeDocument/2006/relationships/image" Target="../media/image14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36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_rels/data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21.png"/><Relationship Id="rId7" Type="http://schemas.openxmlformats.org/officeDocument/2006/relationships/image" Target="../media/image47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10" Type="http://schemas.openxmlformats.org/officeDocument/2006/relationships/image" Target="../media/image50.svg"/><Relationship Id="rId4" Type="http://schemas.openxmlformats.org/officeDocument/2006/relationships/image" Target="../media/image22.svg"/><Relationship Id="rId9" Type="http://schemas.openxmlformats.org/officeDocument/2006/relationships/image" Target="../media/image49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4" Type="http://schemas.openxmlformats.org/officeDocument/2006/relationships/image" Target="../media/image14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36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_rels/drawing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21.png"/><Relationship Id="rId7" Type="http://schemas.openxmlformats.org/officeDocument/2006/relationships/image" Target="../media/image47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10" Type="http://schemas.openxmlformats.org/officeDocument/2006/relationships/image" Target="../media/image50.svg"/><Relationship Id="rId4" Type="http://schemas.openxmlformats.org/officeDocument/2006/relationships/image" Target="../media/image22.svg"/><Relationship Id="rId9" Type="http://schemas.openxmlformats.org/officeDocument/2006/relationships/image" Target="../media/image4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350F50-99B3-475C-A841-17A9E43DE762}" type="doc">
      <dgm:prSet loTypeId="urn:microsoft.com/office/officeart/2005/8/layout/process4" loCatId="process" qsTypeId="urn:microsoft.com/office/officeart/2005/8/quickstyle/simple2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FF3BC723-422B-4631-BD11-E826AF020F97}">
      <dgm:prSet/>
      <dgm:spPr/>
      <dgm:t>
        <a:bodyPr/>
        <a:lstStyle/>
        <a:p>
          <a:r>
            <a:rPr lang="en-US" b="0" i="0"/>
            <a:t>Part 1 focused on analytic thinking and value framing.</a:t>
          </a:r>
          <a:endParaRPr lang="en-US"/>
        </a:p>
      </dgm:t>
    </dgm:pt>
    <dgm:pt modelId="{ABDBAB67-721A-4BA2-846E-13B5481C9818}" type="parTrans" cxnId="{C8DCCD50-C579-4B7E-AB91-3E482B875CCB}">
      <dgm:prSet/>
      <dgm:spPr/>
      <dgm:t>
        <a:bodyPr/>
        <a:lstStyle/>
        <a:p>
          <a:endParaRPr lang="en-US"/>
        </a:p>
      </dgm:t>
    </dgm:pt>
    <dgm:pt modelId="{2F076A30-47B5-45BD-B518-C317EBEF779C}" type="sibTrans" cxnId="{C8DCCD50-C579-4B7E-AB91-3E482B875CCB}">
      <dgm:prSet/>
      <dgm:spPr/>
      <dgm:t>
        <a:bodyPr/>
        <a:lstStyle/>
        <a:p>
          <a:endParaRPr lang="en-US"/>
        </a:p>
      </dgm:t>
    </dgm:pt>
    <dgm:pt modelId="{147F880A-80E5-46E4-9555-102D75870512}">
      <dgm:prSet/>
      <dgm:spPr/>
      <dgm:t>
        <a:bodyPr/>
        <a:lstStyle/>
        <a:p>
          <a:r>
            <a:rPr lang="en-US" b="0" i="0"/>
            <a:t>Now we’re entering Part 2: apply that thinking to real projects.</a:t>
          </a:r>
          <a:endParaRPr lang="en-US"/>
        </a:p>
      </dgm:t>
    </dgm:pt>
    <dgm:pt modelId="{9C0ABBDA-6ECA-4A59-9823-5AE950FE7014}" type="parTrans" cxnId="{7E3EB987-81D2-4FAC-BCFE-7B49265CE259}">
      <dgm:prSet/>
      <dgm:spPr/>
      <dgm:t>
        <a:bodyPr/>
        <a:lstStyle/>
        <a:p>
          <a:endParaRPr lang="en-US"/>
        </a:p>
      </dgm:t>
    </dgm:pt>
    <dgm:pt modelId="{305BF5DB-D2BC-4799-9FF2-01D8DA284544}" type="sibTrans" cxnId="{7E3EB987-81D2-4FAC-BCFE-7B49265CE259}">
      <dgm:prSet/>
      <dgm:spPr/>
      <dgm:t>
        <a:bodyPr/>
        <a:lstStyle/>
        <a:p>
          <a:endParaRPr lang="en-US"/>
        </a:p>
      </dgm:t>
    </dgm:pt>
    <dgm:pt modelId="{C87D1647-1430-4943-BDFC-894566FF76D3}">
      <dgm:prSet/>
      <dgm:spPr/>
      <dgm:t>
        <a:bodyPr/>
        <a:lstStyle/>
        <a:p>
          <a:r>
            <a:rPr lang="en-US" b="0" i="0"/>
            <a:t>Your semester project begins this week.</a:t>
          </a:r>
          <a:endParaRPr lang="en-US"/>
        </a:p>
      </dgm:t>
    </dgm:pt>
    <dgm:pt modelId="{09C1BE19-A22E-4967-AD02-5103FC96EA5C}" type="parTrans" cxnId="{6F9503EF-6D3A-477B-9115-31F126BEDB6C}">
      <dgm:prSet/>
      <dgm:spPr/>
      <dgm:t>
        <a:bodyPr/>
        <a:lstStyle/>
        <a:p>
          <a:endParaRPr lang="en-US"/>
        </a:p>
      </dgm:t>
    </dgm:pt>
    <dgm:pt modelId="{2A99F50D-9CEC-4527-8038-A8CC5FBF5171}" type="sibTrans" cxnId="{6F9503EF-6D3A-477B-9115-31F126BEDB6C}">
      <dgm:prSet/>
      <dgm:spPr/>
      <dgm:t>
        <a:bodyPr/>
        <a:lstStyle/>
        <a:p>
          <a:endParaRPr lang="en-US"/>
        </a:p>
      </dgm:t>
    </dgm:pt>
    <dgm:pt modelId="{27FDDF17-92A8-4FDE-A3C4-04E3A2381FCC}" type="pres">
      <dgm:prSet presAssocID="{E6350F50-99B3-475C-A841-17A9E43DE762}" presName="Name0" presStyleCnt="0">
        <dgm:presLayoutVars>
          <dgm:dir/>
          <dgm:animLvl val="lvl"/>
          <dgm:resizeHandles val="exact"/>
        </dgm:presLayoutVars>
      </dgm:prSet>
      <dgm:spPr/>
    </dgm:pt>
    <dgm:pt modelId="{2A057422-B85A-4074-B15C-653BFA67B895}" type="pres">
      <dgm:prSet presAssocID="{C87D1647-1430-4943-BDFC-894566FF76D3}" presName="boxAndChildren" presStyleCnt="0"/>
      <dgm:spPr/>
    </dgm:pt>
    <dgm:pt modelId="{612E7851-0F5C-4096-9550-F77FE8D93737}" type="pres">
      <dgm:prSet presAssocID="{C87D1647-1430-4943-BDFC-894566FF76D3}" presName="parentTextBox" presStyleLbl="node1" presStyleIdx="0" presStyleCnt="3"/>
      <dgm:spPr/>
    </dgm:pt>
    <dgm:pt modelId="{BA4D3418-D0CD-4425-A6E9-F6F23BFEC48A}" type="pres">
      <dgm:prSet presAssocID="{305BF5DB-D2BC-4799-9FF2-01D8DA284544}" presName="sp" presStyleCnt="0"/>
      <dgm:spPr/>
    </dgm:pt>
    <dgm:pt modelId="{8B525E35-3881-4390-9A25-2DE032D153D1}" type="pres">
      <dgm:prSet presAssocID="{147F880A-80E5-46E4-9555-102D75870512}" presName="arrowAndChildren" presStyleCnt="0"/>
      <dgm:spPr/>
    </dgm:pt>
    <dgm:pt modelId="{A3692128-52A5-45B7-8EAF-CBFE5FAA6747}" type="pres">
      <dgm:prSet presAssocID="{147F880A-80E5-46E4-9555-102D75870512}" presName="parentTextArrow" presStyleLbl="node1" presStyleIdx="1" presStyleCnt="3"/>
      <dgm:spPr/>
    </dgm:pt>
    <dgm:pt modelId="{13C2DAF3-F636-4B66-BBBD-2544A2BEBCF8}" type="pres">
      <dgm:prSet presAssocID="{2F076A30-47B5-45BD-B518-C317EBEF779C}" presName="sp" presStyleCnt="0"/>
      <dgm:spPr/>
    </dgm:pt>
    <dgm:pt modelId="{620F915B-08C3-4AB8-A52F-121617D8B663}" type="pres">
      <dgm:prSet presAssocID="{FF3BC723-422B-4631-BD11-E826AF020F97}" presName="arrowAndChildren" presStyleCnt="0"/>
      <dgm:spPr/>
    </dgm:pt>
    <dgm:pt modelId="{66152825-60B1-4976-915D-ACDC6F3EC623}" type="pres">
      <dgm:prSet presAssocID="{FF3BC723-422B-4631-BD11-E826AF020F97}" presName="parentTextArrow" presStyleLbl="node1" presStyleIdx="2" presStyleCnt="3"/>
      <dgm:spPr/>
    </dgm:pt>
  </dgm:ptLst>
  <dgm:cxnLst>
    <dgm:cxn modelId="{5BBF4B63-9C2D-4419-91A3-BB58AA034EE6}" type="presOf" srcId="{C87D1647-1430-4943-BDFC-894566FF76D3}" destId="{612E7851-0F5C-4096-9550-F77FE8D93737}" srcOrd="0" destOrd="0" presId="urn:microsoft.com/office/officeart/2005/8/layout/process4"/>
    <dgm:cxn modelId="{F23FAC63-C100-4470-8B4F-1D1A7C961D7F}" type="presOf" srcId="{FF3BC723-422B-4631-BD11-E826AF020F97}" destId="{66152825-60B1-4976-915D-ACDC6F3EC623}" srcOrd="0" destOrd="0" presId="urn:microsoft.com/office/officeart/2005/8/layout/process4"/>
    <dgm:cxn modelId="{C8DCCD50-C579-4B7E-AB91-3E482B875CCB}" srcId="{E6350F50-99B3-475C-A841-17A9E43DE762}" destId="{FF3BC723-422B-4631-BD11-E826AF020F97}" srcOrd="0" destOrd="0" parTransId="{ABDBAB67-721A-4BA2-846E-13B5481C9818}" sibTransId="{2F076A30-47B5-45BD-B518-C317EBEF779C}"/>
    <dgm:cxn modelId="{7E3EB987-81D2-4FAC-BCFE-7B49265CE259}" srcId="{E6350F50-99B3-475C-A841-17A9E43DE762}" destId="{147F880A-80E5-46E4-9555-102D75870512}" srcOrd="1" destOrd="0" parTransId="{9C0ABBDA-6ECA-4A59-9823-5AE950FE7014}" sibTransId="{305BF5DB-D2BC-4799-9FF2-01D8DA284544}"/>
    <dgm:cxn modelId="{87D23BD4-EDD1-434A-B4E2-B8DDAF72B3E4}" type="presOf" srcId="{147F880A-80E5-46E4-9555-102D75870512}" destId="{A3692128-52A5-45B7-8EAF-CBFE5FAA6747}" srcOrd="0" destOrd="0" presId="urn:microsoft.com/office/officeart/2005/8/layout/process4"/>
    <dgm:cxn modelId="{6F9503EF-6D3A-477B-9115-31F126BEDB6C}" srcId="{E6350F50-99B3-475C-A841-17A9E43DE762}" destId="{C87D1647-1430-4943-BDFC-894566FF76D3}" srcOrd="2" destOrd="0" parTransId="{09C1BE19-A22E-4967-AD02-5103FC96EA5C}" sibTransId="{2A99F50D-9CEC-4527-8038-A8CC5FBF5171}"/>
    <dgm:cxn modelId="{568740FD-A33E-4A2E-A66C-EE80D42787F7}" type="presOf" srcId="{E6350F50-99B3-475C-A841-17A9E43DE762}" destId="{27FDDF17-92A8-4FDE-A3C4-04E3A2381FCC}" srcOrd="0" destOrd="0" presId="urn:microsoft.com/office/officeart/2005/8/layout/process4"/>
    <dgm:cxn modelId="{E96C67CE-E24E-4AC8-B1DC-5D20E45F6430}" type="presParOf" srcId="{27FDDF17-92A8-4FDE-A3C4-04E3A2381FCC}" destId="{2A057422-B85A-4074-B15C-653BFA67B895}" srcOrd="0" destOrd="0" presId="urn:microsoft.com/office/officeart/2005/8/layout/process4"/>
    <dgm:cxn modelId="{DDD5FFCE-43C7-4B21-8374-36BD25E8F982}" type="presParOf" srcId="{2A057422-B85A-4074-B15C-653BFA67B895}" destId="{612E7851-0F5C-4096-9550-F77FE8D93737}" srcOrd="0" destOrd="0" presId="urn:microsoft.com/office/officeart/2005/8/layout/process4"/>
    <dgm:cxn modelId="{337127A5-F62C-4CD6-BBDC-C4B66B9DE70B}" type="presParOf" srcId="{27FDDF17-92A8-4FDE-A3C4-04E3A2381FCC}" destId="{BA4D3418-D0CD-4425-A6E9-F6F23BFEC48A}" srcOrd="1" destOrd="0" presId="urn:microsoft.com/office/officeart/2005/8/layout/process4"/>
    <dgm:cxn modelId="{41E88FE3-FE9C-43F2-8543-86D0A582136D}" type="presParOf" srcId="{27FDDF17-92A8-4FDE-A3C4-04E3A2381FCC}" destId="{8B525E35-3881-4390-9A25-2DE032D153D1}" srcOrd="2" destOrd="0" presId="urn:microsoft.com/office/officeart/2005/8/layout/process4"/>
    <dgm:cxn modelId="{4EB070D3-CC7F-49C1-8D0B-4F99DCDC5A00}" type="presParOf" srcId="{8B525E35-3881-4390-9A25-2DE032D153D1}" destId="{A3692128-52A5-45B7-8EAF-CBFE5FAA6747}" srcOrd="0" destOrd="0" presId="urn:microsoft.com/office/officeart/2005/8/layout/process4"/>
    <dgm:cxn modelId="{D4B5A3B4-0C2D-40FC-9C3B-110A1014CF88}" type="presParOf" srcId="{27FDDF17-92A8-4FDE-A3C4-04E3A2381FCC}" destId="{13C2DAF3-F636-4B66-BBBD-2544A2BEBCF8}" srcOrd="3" destOrd="0" presId="urn:microsoft.com/office/officeart/2005/8/layout/process4"/>
    <dgm:cxn modelId="{B53860CD-D29A-4158-8505-73DAFCDF6700}" type="presParOf" srcId="{27FDDF17-92A8-4FDE-A3C4-04E3A2381FCC}" destId="{620F915B-08C3-4AB8-A52F-121617D8B663}" srcOrd="4" destOrd="0" presId="urn:microsoft.com/office/officeart/2005/8/layout/process4"/>
    <dgm:cxn modelId="{B71660E6-2480-494B-A4AE-D12B900EC995}" type="presParOf" srcId="{620F915B-08C3-4AB8-A52F-121617D8B663}" destId="{66152825-60B1-4976-915D-ACDC6F3EC623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D4A2479-EF31-4C32-9621-5F7F783A0D88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7CB103D3-5665-40A8-AF1C-F2BFE2474F4F}">
      <dgm:prSet/>
      <dgm:spPr/>
      <dgm:t>
        <a:bodyPr/>
        <a:lstStyle/>
        <a:p>
          <a:pPr>
            <a:defRPr cap="all"/>
          </a:pPr>
          <a:r>
            <a:rPr lang="en-US" b="0" i="0"/>
            <a:t>A decision-focused analytics project.</a:t>
          </a:r>
          <a:endParaRPr lang="en-US"/>
        </a:p>
      </dgm:t>
    </dgm:pt>
    <dgm:pt modelId="{0DC7DF18-84A3-4698-9F04-C90AC7DD593E}" type="parTrans" cxnId="{454D08B9-EA8B-4836-A9F7-AA183B8DA817}">
      <dgm:prSet/>
      <dgm:spPr/>
      <dgm:t>
        <a:bodyPr/>
        <a:lstStyle/>
        <a:p>
          <a:endParaRPr lang="en-US"/>
        </a:p>
      </dgm:t>
    </dgm:pt>
    <dgm:pt modelId="{9C8617C4-3734-4B47-B20B-6FF64F9D99A6}" type="sibTrans" cxnId="{454D08B9-EA8B-4836-A9F7-AA183B8DA817}">
      <dgm:prSet/>
      <dgm:spPr/>
      <dgm:t>
        <a:bodyPr/>
        <a:lstStyle/>
        <a:p>
          <a:endParaRPr lang="en-US"/>
        </a:p>
      </dgm:t>
    </dgm:pt>
    <dgm:pt modelId="{71DEB504-41D4-47FB-A314-DF065D50D2D4}">
      <dgm:prSet/>
      <dgm:spPr/>
      <dgm:t>
        <a:bodyPr/>
        <a:lstStyle/>
        <a:p>
          <a:pPr>
            <a:defRPr cap="all"/>
          </a:pPr>
          <a:r>
            <a:rPr lang="en-US" b="0" i="0"/>
            <a:t>Data used to improve a decision.</a:t>
          </a:r>
          <a:endParaRPr lang="en-US"/>
        </a:p>
      </dgm:t>
    </dgm:pt>
    <dgm:pt modelId="{F457A00F-E309-410C-841E-A6B7DF038D7C}" type="parTrans" cxnId="{D40B6008-BA30-4844-8360-AD12BFEEAF01}">
      <dgm:prSet/>
      <dgm:spPr/>
      <dgm:t>
        <a:bodyPr/>
        <a:lstStyle/>
        <a:p>
          <a:endParaRPr lang="en-US"/>
        </a:p>
      </dgm:t>
    </dgm:pt>
    <dgm:pt modelId="{4F1AB380-F7FF-4909-A4DA-7967DFF93C30}" type="sibTrans" cxnId="{D40B6008-BA30-4844-8360-AD12BFEEAF01}">
      <dgm:prSet/>
      <dgm:spPr/>
      <dgm:t>
        <a:bodyPr/>
        <a:lstStyle/>
        <a:p>
          <a:endParaRPr lang="en-US"/>
        </a:p>
      </dgm:t>
    </dgm:pt>
    <dgm:pt modelId="{56F80A6C-09B9-44CE-8D20-F9519B24B29E}">
      <dgm:prSet/>
      <dgm:spPr/>
      <dgm:t>
        <a:bodyPr/>
        <a:lstStyle/>
        <a:p>
          <a:pPr>
            <a:defRPr cap="all"/>
          </a:pPr>
          <a:r>
            <a:rPr lang="en-US" b="0" i="0"/>
            <a:t>Application of course concepts.</a:t>
          </a:r>
          <a:endParaRPr lang="en-US"/>
        </a:p>
      </dgm:t>
    </dgm:pt>
    <dgm:pt modelId="{B3DA729D-34BF-4A8E-A2E6-E3CB10A1C40D}" type="parTrans" cxnId="{E3CB4DED-0B09-4318-AA4F-F4D0A368676D}">
      <dgm:prSet/>
      <dgm:spPr/>
      <dgm:t>
        <a:bodyPr/>
        <a:lstStyle/>
        <a:p>
          <a:endParaRPr lang="en-US"/>
        </a:p>
      </dgm:t>
    </dgm:pt>
    <dgm:pt modelId="{C70B85DC-4894-434B-B813-B7D2FC325BCE}" type="sibTrans" cxnId="{E3CB4DED-0B09-4318-AA4F-F4D0A368676D}">
      <dgm:prSet/>
      <dgm:spPr/>
      <dgm:t>
        <a:bodyPr/>
        <a:lstStyle/>
        <a:p>
          <a:endParaRPr lang="en-US"/>
        </a:p>
      </dgm:t>
    </dgm:pt>
    <dgm:pt modelId="{932D8A28-D834-4E5A-A696-0409453282D1}" type="pres">
      <dgm:prSet presAssocID="{AD4A2479-EF31-4C32-9621-5F7F783A0D88}" presName="root" presStyleCnt="0">
        <dgm:presLayoutVars>
          <dgm:dir/>
          <dgm:resizeHandles val="exact"/>
        </dgm:presLayoutVars>
      </dgm:prSet>
      <dgm:spPr/>
    </dgm:pt>
    <dgm:pt modelId="{19576C79-DAA1-4729-AB94-5EA8FFB71646}" type="pres">
      <dgm:prSet presAssocID="{7CB103D3-5665-40A8-AF1C-F2BFE2474F4F}" presName="compNode" presStyleCnt="0"/>
      <dgm:spPr/>
    </dgm:pt>
    <dgm:pt modelId="{C1207A37-1E38-420D-A28E-C7A78B7C01C0}" type="pres">
      <dgm:prSet presAssocID="{7CB103D3-5665-40A8-AF1C-F2BFE2474F4F}" presName="iconBgRect" presStyleLbl="bgShp" presStyleIdx="0" presStyleCnt="3"/>
      <dgm:spPr/>
    </dgm:pt>
    <dgm:pt modelId="{6E1BE76D-BEF1-4640-B8AC-AAD1B2B642EC}" type="pres">
      <dgm:prSet presAssocID="{7CB103D3-5665-40A8-AF1C-F2BFE2474F4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000E4352-DCC1-4E47-A401-A282DC514C31}" type="pres">
      <dgm:prSet presAssocID="{7CB103D3-5665-40A8-AF1C-F2BFE2474F4F}" presName="spaceRect" presStyleCnt="0"/>
      <dgm:spPr/>
    </dgm:pt>
    <dgm:pt modelId="{3F6847DB-DE90-41F6-8876-98439EEE8F5B}" type="pres">
      <dgm:prSet presAssocID="{7CB103D3-5665-40A8-AF1C-F2BFE2474F4F}" presName="textRect" presStyleLbl="revTx" presStyleIdx="0" presStyleCnt="3">
        <dgm:presLayoutVars>
          <dgm:chMax val="1"/>
          <dgm:chPref val="1"/>
        </dgm:presLayoutVars>
      </dgm:prSet>
      <dgm:spPr/>
    </dgm:pt>
    <dgm:pt modelId="{FEF74221-2F7B-46F1-AF47-B3924D0A66B7}" type="pres">
      <dgm:prSet presAssocID="{9C8617C4-3734-4B47-B20B-6FF64F9D99A6}" presName="sibTrans" presStyleCnt="0"/>
      <dgm:spPr/>
    </dgm:pt>
    <dgm:pt modelId="{E778CD55-2A9A-4569-ADC6-EDA56D1C78A3}" type="pres">
      <dgm:prSet presAssocID="{71DEB504-41D4-47FB-A314-DF065D50D2D4}" presName="compNode" presStyleCnt="0"/>
      <dgm:spPr/>
    </dgm:pt>
    <dgm:pt modelId="{9E332D51-4F56-4E1B-97A4-6FC157F92BAE}" type="pres">
      <dgm:prSet presAssocID="{71DEB504-41D4-47FB-A314-DF065D50D2D4}" presName="iconBgRect" presStyleLbl="bgShp" presStyleIdx="1" presStyleCnt="3"/>
      <dgm:spPr/>
    </dgm:pt>
    <dgm:pt modelId="{04DE6A03-7000-4FBF-BFF9-CAF931C70111}" type="pres">
      <dgm:prSet presAssocID="{71DEB504-41D4-47FB-A314-DF065D50D2D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554E7657-403B-4BB8-A32F-34C97983626A}" type="pres">
      <dgm:prSet presAssocID="{71DEB504-41D4-47FB-A314-DF065D50D2D4}" presName="spaceRect" presStyleCnt="0"/>
      <dgm:spPr/>
    </dgm:pt>
    <dgm:pt modelId="{B7535FE9-6348-4E4F-978C-11E2E4F870EB}" type="pres">
      <dgm:prSet presAssocID="{71DEB504-41D4-47FB-A314-DF065D50D2D4}" presName="textRect" presStyleLbl="revTx" presStyleIdx="1" presStyleCnt="3">
        <dgm:presLayoutVars>
          <dgm:chMax val="1"/>
          <dgm:chPref val="1"/>
        </dgm:presLayoutVars>
      </dgm:prSet>
      <dgm:spPr/>
    </dgm:pt>
    <dgm:pt modelId="{9D6A6C90-AB93-4DEE-9B6C-29B2B09EFA80}" type="pres">
      <dgm:prSet presAssocID="{4F1AB380-F7FF-4909-A4DA-7967DFF93C30}" presName="sibTrans" presStyleCnt="0"/>
      <dgm:spPr/>
    </dgm:pt>
    <dgm:pt modelId="{63A0EEB2-61B3-419A-83B1-5C5EC7A38FC2}" type="pres">
      <dgm:prSet presAssocID="{56F80A6C-09B9-44CE-8D20-F9519B24B29E}" presName="compNode" presStyleCnt="0"/>
      <dgm:spPr/>
    </dgm:pt>
    <dgm:pt modelId="{99C45B29-D325-4ABF-9F32-23733EE1E8E4}" type="pres">
      <dgm:prSet presAssocID="{56F80A6C-09B9-44CE-8D20-F9519B24B29E}" presName="iconBgRect" presStyleLbl="bgShp" presStyleIdx="2" presStyleCnt="3"/>
      <dgm:spPr/>
    </dgm:pt>
    <dgm:pt modelId="{F8427FE3-C425-4689-8024-B7C14AA60455}" type="pres">
      <dgm:prSet presAssocID="{56F80A6C-09B9-44CE-8D20-F9519B24B29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ACBB99D3-5B1A-456D-8F08-9DFA75D6C87E}" type="pres">
      <dgm:prSet presAssocID="{56F80A6C-09B9-44CE-8D20-F9519B24B29E}" presName="spaceRect" presStyleCnt="0"/>
      <dgm:spPr/>
    </dgm:pt>
    <dgm:pt modelId="{9C125F8C-4D7C-4F86-83BD-EAFBE8894F8C}" type="pres">
      <dgm:prSet presAssocID="{56F80A6C-09B9-44CE-8D20-F9519B24B29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40B6008-BA30-4844-8360-AD12BFEEAF01}" srcId="{AD4A2479-EF31-4C32-9621-5F7F783A0D88}" destId="{71DEB504-41D4-47FB-A314-DF065D50D2D4}" srcOrd="1" destOrd="0" parTransId="{F457A00F-E309-410C-841E-A6B7DF038D7C}" sibTransId="{4F1AB380-F7FF-4909-A4DA-7967DFF93C30}"/>
    <dgm:cxn modelId="{06F1E530-A139-4FDA-A205-A5B9B0F96231}" type="presOf" srcId="{56F80A6C-09B9-44CE-8D20-F9519B24B29E}" destId="{9C125F8C-4D7C-4F86-83BD-EAFBE8894F8C}" srcOrd="0" destOrd="0" presId="urn:microsoft.com/office/officeart/2018/5/layout/IconCircleLabelList"/>
    <dgm:cxn modelId="{98D4E233-B866-4D53-91E7-500FC7BBD96C}" type="presOf" srcId="{AD4A2479-EF31-4C32-9621-5F7F783A0D88}" destId="{932D8A28-D834-4E5A-A696-0409453282D1}" srcOrd="0" destOrd="0" presId="urn:microsoft.com/office/officeart/2018/5/layout/IconCircleLabelList"/>
    <dgm:cxn modelId="{56BD437C-A074-46FA-B140-6C4F34048A12}" type="presOf" srcId="{7CB103D3-5665-40A8-AF1C-F2BFE2474F4F}" destId="{3F6847DB-DE90-41F6-8876-98439EEE8F5B}" srcOrd="0" destOrd="0" presId="urn:microsoft.com/office/officeart/2018/5/layout/IconCircleLabelList"/>
    <dgm:cxn modelId="{56E10381-CC79-4B3F-9658-B3DBB3C368A9}" type="presOf" srcId="{71DEB504-41D4-47FB-A314-DF065D50D2D4}" destId="{B7535FE9-6348-4E4F-978C-11E2E4F870EB}" srcOrd="0" destOrd="0" presId="urn:microsoft.com/office/officeart/2018/5/layout/IconCircleLabelList"/>
    <dgm:cxn modelId="{454D08B9-EA8B-4836-A9F7-AA183B8DA817}" srcId="{AD4A2479-EF31-4C32-9621-5F7F783A0D88}" destId="{7CB103D3-5665-40A8-AF1C-F2BFE2474F4F}" srcOrd="0" destOrd="0" parTransId="{0DC7DF18-84A3-4698-9F04-C90AC7DD593E}" sibTransId="{9C8617C4-3734-4B47-B20B-6FF64F9D99A6}"/>
    <dgm:cxn modelId="{E3CB4DED-0B09-4318-AA4F-F4D0A368676D}" srcId="{AD4A2479-EF31-4C32-9621-5F7F783A0D88}" destId="{56F80A6C-09B9-44CE-8D20-F9519B24B29E}" srcOrd="2" destOrd="0" parTransId="{B3DA729D-34BF-4A8E-A2E6-E3CB10A1C40D}" sibTransId="{C70B85DC-4894-434B-B813-B7D2FC325BCE}"/>
    <dgm:cxn modelId="{FBD1CDA0-0CFB-45BF-826F-F6790F3374C7}" type="presParOf" srcId="{932D8A28-D834-4E5A-A696-0409453282D1}" destId="{19576C79-DAA1-4729-AB94-5EA8FFB71646}" srcOrd="0" destOrd="0" presId="urn:microsoft.com/office/officeart/2018/5/layout/IconCircleLabelList"/>
    <dgm:cxn modelId="{B2FF30EC-AAB0-44FA-A6F9-7DCE3BA5B088}" type="presParOf" srcId="{19576C79-DAA1-4729-AB94-5EA8FFB71646}" destId="{C1207A37-1E38-420D-A28E-C7A78B7C01C0}" srcOrd="0" destOrd="0" presId="urn:microsoft.com/office/officeart/2018/5/layout/IconCircleLabelList"/>
    <dgm:cxn modelId="{399E7FDF-4C83-4525-932B-E085D06DC784}" type="presParOf" srcId="{19576C79-DAA1-4729-AB94-5EA8FFB71646}" destId="{6E1BE76D-BEF1-4640-B8AC-AAD1B2B642EC}" srcOrd="1" destOrd="0" presId="urn:microsoft.com/office/officeart/2018/5/layout/IconCircleLabelList"/>
    <dgm:cxn modelId="{CB511398-1D70-4377-9934-2CB35711B440}" type="presParOf" srcId="{19576C79-DAA1-4729-AB94-5EA8FFB71646}" destId="{000E4352-DCC1-4E47-A401-A282DC514C31}" srcOrd="2" destOrd="0" presId="urn:microsoft.com/office/officeart/2018/5/layout/IconCircleLabelList"/>
    <dgm:cxn modelId="{0E1E540C-0CA7-4E27-88D6-0CD6D855EE25}" type="presParOf" srcId="{19576C79-DAA1-4729-AB94-5EA8FFB71646}" destId="{3F6847DB-DE90-41F6-8876-98439EEE8F5B}" srcOrd="3" destOrd="0" presId="urn:microsoft.com/office/officeart/2018/5/layout/IconCircleLabelList"/>
    <dgm:cxn modelId="{E8E9BB7F-A36E-47E1-90DF-B462CB761D05}" type="presParOf" srcId="{932D8A28-D834-4E5A-A696-0409453282D1}" destId="{FEF74221-2F7B-46F1-AF47-B3924D0A66B7}" srcOrd="1" destOrd="0" presId="urn:microsoft.com/office/officeart/2018/5/layout/IconCircleLabelList"/>
    <dgm:cxn modelId="{58D92EFB-8F07-4C72-87AD-B3CC6AF48319}" type="presParOf" srcId="{932D8A28-D834-4E5A-A696-0409453282D1}" destId="{E778CD55-2A9A-4569-ADC6-EDA56D1C78A3}" srcOrd="2" destOrd="0" presId="urn:microsoft.com/office/officeart/2018/5/layout/IconCircleLabelList"/>
    <dgm:cxn modelId="{B9A5A584-8E21-4D22-BE25-E0A57FD01B28}" type="presParOf" srcId="{E778CD55-2A9A-4569-ADC6-EDA56D1C78A3}" destId="{9E332D51-4F56-4E1B-97A4-6FC157F92BAE}" srcOrd="0" destOrd="0" presId="urn:microsoft.com/office/officeart/2018/5/layout/IconCircleLabelList"/>
    <dgm:cxn modelId="{A8C712B4-5A88-433D-B704-290742C9A32F}" type="presParOf" srcId="{E778CD55-2A9A-4569-ADC6-EDA56D1C78A3}" destId="{04DE6A03-7000-4FBF-BFF9-CAF931C70111}" srcOrd="1" destOrd="0" presId="urn:microsoft.com/office/officeart/2018/5/layout/IconCircleLabelList"/>
    <dgm:cxn modelId="{C526D8B2-B396-429C-A814-AE42DB8BB124}" type="presParOf" srcId="{E778CD55-2A9A-4569-ADC6-EDA56D1C78A3}" destId="{554E7657-403B-4BB8-A32F-34C97983626A}" srcOrd="2" destOrd="0" presId="urn:microsoft.com/office/officeart/2018/5/layout/IconCircleLabelList"/>
    <dgm:cxn modelId="{1E449B9F-0FAD-4367-9432-28FE953802E0}" type="presParOf" srcId="{E778CD55-2A9A-4569-ADC6-EDA56D1C78A3}" destId="{B7535FE9-6348-4E4F-978C-11E2E4F870EB}" srcOrd="3" destOrd="0" presId="urn:microsoft.com/office/officeart/2018/5/layout/IconCircleLabelList"/>
    <dgm:cxn modelId="{C44FE84A-B935-4E54-AA65-E1DE848EDD6B}" type="presParOf" srcId="{932D8A28-D834-4E5A-A696-0409453282D1}" destId="{9D6A6C90-AB93-4DEE-9B6C-29B2B09EFA80}" srcOrd="3" destOrd="0" presId="urn:microsoft.com/office/officeart/2018/5/layout/IconCircleLabelList"/>
    <dgm:cxn modelId="{FC42D460-8B3A-45A1-AE13-D790BDBED44B}" type="presParOf" srcId="{932D8A28-D834-4E5A-A696-0409453282D1}" destId="{63A0EEB2-61B3-419A-83B1-5C5EC7A38FC2}" srcOrd="4" destOrd="0" presId="urn:microsoft.com/office/officeart/2018/5/layout/IconCircleLabelList"/>
    <dgm:cxn modelId="{9A0EDB20-3905-40C6-9B82-837DF203A3FA}" type="presParOf" srcId="{63A0EEB2-61B3-419A-83B1-5C5EC7A38FC2}" destId="{99C45B29-D325-4ABF-9F32-23733EE1E8E4}" srcOrd="0" destOrd="0" presId="urn:microsoft.com/office/officeart/2018/5/layout/IconCircleLabelList"/>
    <dgm:cxn modelId="{1C12E279-F9E8-40B6-A3A6-E984367EF527}" type="presParOf" srcId="{63A0EEB2-61B3-419A-83B1-5C5EC7A38FC2}" destId="{F8427FE3-C425-4689-8024-B7C14AA60455}" srcOrd="1" destOrd="0" presId="urn:microsoft.com/office/officeart/2018/5/layout/IconCircleLabelList"/>
    <dgm:cxn modelId="{7D22FA55-8615-4AB4-9B42-7A0E970788D1}" type="presParOf" srcId="{63A0EEB2-61B3-419A-83B1-5C5EC7A38FC2}" destId="{ACBB99D3-5B1A-456D-8F08-9DFA75D6C87E}" srcOrd="2" destOrd="0" presId="urn:microsoft.com/office/officeart/2018/5/layout/IconCircleLabelList"/>
    <dgm:cxn modelId="{0630D729-F0A9-4C91-9DB9-674D61027CBC}" type="presParOf" srcId="{63A0EEB2-61B3-419A-83B1-5C5EC7A38FC2}" destId="{9C125F8C-4D7C-4F86-83BD-EAFBE8894F8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91FE44A-6602-49B1-B178-8944F533E02C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9EE3F064-E286-4BDD-BDA7-4AB0560249B0}">
      <dgm:prSet/>
      <dgm:spPr/>
      <dgm:t>
        <a:bodyPr/>
        <a:lstStyle/>
        <a:p>
          <a:r>
            <a:rPr lang="en-US" b="0" i="0"/>
            <a:t>Not a coding exercise.</a:t>
          </a:r>
          <a:endParaRPr lang="en-US"/>
        </a:p>
      </dgm:t>
    </dgm:pt>
    <dgm:pt modelId="{4FDDAAF2-0D3F-484A-B3B6-2BCECB14F493}" type="parTrans" cxnId="{411CACC0-92B8-401A-9DBC-3FF6EA17D75F}">
      <dgm:prSet/>
      <dgm:spPr/>
      <dgm:t>
        <a:bodyPr/>
        <a:lstStyle/>
        <a:p>
          <a:endParaRPr lang="en-US"/>
        </a:p>
      </dgm:t>
    </dgm:pt>
    <dgm:pt modelId="{615EB66E-FF89-4AD0-910D-F5319F155AC1}" type="sibTrans" cxnId="{411CACC0-92B8-401A-9DBC-3FF6EA17D75F}">
      <dgm:prSet/>
      <dgm:spPr/>
      <dgm:t>
        <a:bodyPr/>
        <a:lstStyle/>
        <a:p>
          <a:endParaRPr lang="en-US"/>
        </a:p>
      </dgm:t>
    </dgm:pt>
    <dgm:pt modelId="{261E1267-6F3B-48FC-881C-86E6DF5E8021}">
      <dgm:prSet/>
      <dgm:spPr/>
      <dgm:t>
        <a:bodyPr/>
        <a:lstStyle/>
        <a:p>
          <a:r>
            <a:rPr lang="en-US" b="0" i="0"/>
            <a:t>Not a dashboard demo.</a:t>
          </a:r>
          <a:endParaRPr lang="en-US"/>
        </a:p>
      </dgm:t>
    </dgm:pt>
    <dgm:pt modelId="{535DDB54-EBD3-4C19-B5D4-769B8CE47F8C}" type="parTrans" cxnId="{A4DD7F78-671D-4609-8271-50011E04C08A}">
      <dgm:prSet/>
      <dgm:spPr/>
      <dgm:t>
        <a:bodyPr/>
        <a:lstStyle/>
        <a:p>
          <a:endParaRPr lang="en-US"/>
        </a:p>
      </dgm:t>
    </dgm:pt>
    <dgm:pt modelId="{E8DF1361-97EE-4DD6-8FF8-F9AF2C4C4A66}" type="sibTrans" cxnId="{A4DD7F78-671D-4609-8271-50011E04C08A}">
      <dgm:prSet/>
      <dgm:spPr/>
      <dgm:t>
        <a:bodyPr/>
        <a:lstStyle/>
        <a:p>
          <a:endParaRPr lang="en-US"/>
        </a:p>
      </dgm:t>
    </dgm:pt>
    <dgm:pt modelId="{F7652510-525F-45BB-B4B2-48CFE4527745}">
      <dgm:prSet/>
      <dgm:spPr/>
      <dgm:t>
        <a:bodyPr/>
        <a:lstStyle/>
        <a:p>
          <a:r>
            <a:rPr lang="en-US" b="0" i="0"/>
            <a:t>Not just exploring a dataset.</a:t>
          </a:r>
          <a:endParaRPr lang="en-US"/>
        </a:p>
      </dgm:t>
    </dgm:pt>
    <dgm:pt modelId="{3D097F71-6F4F-4610-9C72-A3147DFC12E5}" type="parTrans" cxnId="{97B6FAEC-A70B-42FA-9D32-68C44DA972B7}">
      <dgm:prSet/>
      <dgm:spPr/>
      <dgm:t>
        <a:bodyPr/>
        <a:lstStyle/>
        <a:p>
          <a:endParaRPr lang="en-US"/>
        </a:p>
      </dgm:t>
    </dgm:pt>
    <dgm:pt modelId="{69DC3558-1788-460E-A938-78AD76F91ADE}" type="sibTrans" cxnId="{97B6FAEC-A70B-42FA-9D32-68C44DA972B7}">
      <dgm:prSet/>
      <dgm:spPr/>
      <dgm:t>
        <a:bodyPr/>
        <a:lstStyle/>
        <a:p>
          <a:endParaRPr lang="en-US"/>
        </a:p>
      </dgm:t>
    </dgm:pt>
    <dgm:pt modelId="{3981B473-0E1A-4568-9B09-E970301CBED9}" type="pres">
      <dgm:prSet presAssocID="{D91FE44A-6602-49B1-B178-8944F533E02C}" presName="vert0" presStyleCnt="0">
        <dgm:presLayoutVars>
          <dgm:dir/>
          <dgm:animOne val="branch"/>
          <dgm:animLvl val="lvl"/>
        </dgm:presLayoutVars>
      </dgm:prSet>
      <dgm:spPr/>
    </dgm:pt>
    <dgm:pt modelId="{ACACF425-9F5B-464A-A3AC-50020EFF6D1D}" type="pres">
      <dgm:prSet presAssocID="{9EE3F064-E286-4BDD-BDA7-4AB0560249B0}" presName="thickLine" presStyleLbl="alignNode1" presStyleIdx="0" presStyleCnt="3"/>
      <dgm:spPr/>
    </dgm:pt>
    <dgm:pt modelId="{12DB72ED-7D16-4B8B-9816-435EFCB444EB}" type="pres">
      <dgm:prSet presAssocID="{9EE3F064-E286-4BDD-BDA7-4AB0560249B0}" presName="horz1" presStyleCnt="0"/>
      <dgm:spPr/>
    </dgm:pt>
    <dgm:pt modelId="{EE51311E-073F-42C2-878C-879562CAC4B6}" type="pres">
      <dgm:prSet presAssocID="{9EE3F064-E286-4BDD-BDA7-4AB0560249B0}" presName="tx1" presStyleLbl="revTx" presStyleIdx="0" presStyleCnt="3"/>
      <dgm:spPr/>
    </dgm:pt>
    <dgm:pt modelId="{96E783D2-7990-4CC4-8247-20046EE25595}" type="pres">
      <dgm:prSet presAssocID="{9EE3F064-E286-4BDD-BDA7-4AB0560249B0}" presName="vert1" presStyleCnt="0"/>
      <dgm:spPr/>
    </dgm:pt>
    <dgm:pt modelId="{FD0D8D35-B4EA-4E1E-9ECE-14DA184BB9A2}" type="pres">
      <dgm:prSet presAssocID="{261E1267-6F3B-48FC-881C-86E6DF5E8021}" presName="thickLine" presStyleLbl="alignNode1" presStyleIdx="1" presStyleCnt="3"/>
      <dgm:spPr/>
    </dgm:pt>
    <dgm:pt modelId="{8FBD1E9E-B1FD-4620-9516-45FE2BC7A810}" type="pres">
      <dgm:prSet presAssocID="{261E1267-6F3B-48FC-881C-86E6DF5E8021}" presName="horz1" presStyleCnt="0"/>
      <dgm:spPr/>
    </dgm:pt>
    <dgm:pt modelId="{23F78B92-F0C6-4192-ACB9-2D60BF7253EA}" type="pres">
      <dgm:prSet presAssocID="{261E1267-6F3B-48FC-881C-86E6DF5E8021}" presName="tx1" presStyleLbl="revTx" presStyleIdx="1" presStyleCnt="3"/>
      <dgm:spPr/>
    </dgm:pt>
    <dgm:pt modelId="{0AB9D941-83D8-4312-8395-87F833A13DD7}" type="pres">
      <dgm:prSet presAssocID="{261E1267-6F3B-48FC-881C-86E6DF5E8021}" presName="vert1" presStyleCnt="0"/>
      <dgm:spPr/>
    </dgm:pt>
    <dgm:pt modelId="{F5B9913F-B714-4D16-80D1-9FC8ECA66746}" type="pres">
      <dgm:prSet presAssocID="{F7652510-525F-45BB-B4B2-48CFE4527745}" presName="thickLine" presStyleLbl="alignNode1" presStyleIdx="2" presStyleCnt="3"/>
      <dgm:spPr/>
    </dgm:pt>
    <dgm:pt modelId="{0E36B087-BCB5-4EDF-BA60-881D7D9B229C}" type="pres">
      <dgm:prSet presAssocID="{F7652510-525F-45BB-B4B2-48CFE4527745}" presName="horz1" presStyleCnt="0"/>
      <dgm:spPr/>
    </dgm:pt>
    <dgm:pt modelId="{142601F0-9CDB-4B4C-AB4D-7F9BB8F8503D}" type="pres">
      <dgm:prSet presAssocID="{F7652510-525F-45BB-B4B2-48CFE4527745}" presName="tx1" presStyleLbl="revTx" presStyleIdx="2" presStyleCnt="3"/>
      <dgm:spPr/>
    </dgm:pt>
    <dgm:pt modelId="{BD7ACD5A-1D31-4C99-8CD9-88FA55D64B77}" type="pres">
      <dgm:prSet presAssocID="{F7652510-525F-45BB-B4B2-48CFE4527745}" presName="vert1" presStyleCnt="0"/>
      <dgm:spPr/>
    </dgm:pt>
  </dgm:ptLst>
  <dgm:cxnLst>
    <dgm:cxn modelId="{D77CE741-5A09-407C-BAF4-3E946C3461C4}" type="presOf" srcId="{9EE3F064-E286-4BDD-BDA7-4AB0560249B0}" destId="{EE51311E-073F-42C2-878C-879562CAC4B6}" srcOrd="0" destOrd="0" presId="urn:microsoft.com/office/officeart/2008/layout/LinedList"/>
    <dgm:cxn modelId="{72DFB36B-C3DC-42B6-B724-2A12677E909A}" type="presOf" srcId="{F7652510-525F-45BB-B4B2-48CFE4527745}" destId="{142601F0-9CDB-4B4C-AB4D-7F9BB8F8503D}" srcOrd="0" destOrd="0" presId="urn:microsoft.com/office/officeart/2008/layout/LinedList"/>
    <dgm:cxn modelId="{C507C66C-6F02-42AB-9F32-32CC9FCCC326}" type="presOf" srcId="{261E1267-6F3B-48FC-881C-86E6DF5E8021}" destId="{23F78B92-F0C6-4192-ACB9-2D60BF7253EA}" srcOrd="0" destOrd="0" presId="urn:microsoft.com/office/officeart/2008/layout/LinedList"/>
    <dgm:cxn modelId="{A4DD7F78-671D-4609-8271-50011E04C08A}" srcId="{D91FE44A-6602-49B1-B178-8944F533E02C}" destId="{261E1267-6F3B-48FC-881C-86E6DF5E8021}" srcOrd="1" destOrd="0" parTransId="{535DDB54-EBD3-4C19-B5D4-769B8CE47F8C}" sibTransId="{E8DF1361-97EE-4DD6-8FF8-F9AF2C4C4A66}"/>
    <dgm:cxn modelId="{5E24ED78-87D6-44B9-8A8C-63D689EA90D9}" type="presOf" srcId="{D91FE44A-6602-49B1-B178-8944F533E02C}" destId="{3981B473-0E1A-4568-9B09-E970301CBED9}" srcOrd="0" destOrd="0" presId="urn:microsoft.com/office/officeart/2008/layout/LinedList"/>
    <dgm:cxn modelId="{411CACC0-92B8-401A-9DBC-3FF6EA17D75F}" srcId="{D91FE44A-6602-49B1-B178-8944F533E02C}" destId="{9EE3F064-E286-4BDD-BDA7-4AB0560249B0}" srcOrd="0" destOrd="0" parTransId="{4FDDAAF2-0D3F-484A-B3B6-2BCECB14F493}" sibTransId="{615EB66E-FF89-4AD0-910D-F5319F155AC1}"/>
    <dgm:cxn modelId="{97B6FAEC-A70B-42FA-9D32-68C44DA972B7}" srcId="{D91FE44A-6602-49B1-B178-8944F533E02C}" destId="{F7652510-525F-45BB-B4B2-48CFE4527745}" srcOrd="2" destOrd="0" parTransId="{3D097F71-6F4F-4610-9C72-A3147DFC12E5}" sibTransId="{69DC3558-1788-460E-A938-78AD76F91ADE}"/>
    <dgm:cxn modelId="{71B729CC-355A-495D-8769-850F41214B54}" type="presParOf" srcId="{3981B473-0E1A-4568-9B09-E970301CBED9}" destId="{ACACF425-9F5B-464A-A3AC-50020EFF6D1D}" srcOrd="0" destOrd="0" presId="urn:microsoft.com/office/officeart/2008/layout/LinedList"/>
    <dgm:cxn modelId="{95B60860-9315-44CA-AF00-F67EB9CD0FC7}" type="presParOf" srcId="{3981B473-0E1A-4568-9B09-E970301CBED9}" destId="{12DB72ED-7D16-4B8B-9816-435EFCB444EB}" srcOrd="1" destOrd="0" presId="urn:microsoft.com/office/officeart/2008/layout/LinedList"/>
    <dgm:cxn modelId="{27B2F345-84C9-4BBD-A659-76C10018982A}" type="presParOf" srcId="{12DB72ED-7D16-4B8B-9816-435EFCB444EB}" destId="{EE51311E-073F-42C2-878C-879562CAC4B6}" srcOrd="0" destOrd="0" presId="urn:microsoft.com/office/officeart/2008/layout/LinedList"/>
    <dgm:cxn modelId="{F18AE65E-07E1-4344-8B26-1D1927E343E6}" type="presParOf" srcId="{12DB72ED-7D16-4B8B-9816-435EFCB444EB}" destId="{96E783D2-7990-4CC4-8247-20046EE25595}" srcOrd="1" destOrd="0" presId="urn:microsoft.com/office/officeart/2008/layout/LinedList"/>
    <dgm:cxn modelId="{11701E38-01D1-4DDD-9358-2BDF470E7B03}" type="presParOf" srcId="{3981B473-0E1A-4568-9B09-E970301CBED9}" destId="{FD0D8D35-B4EA-4E1E-9ECE-14DA184BB9A2}" srcOrd="2" destOrd="0" presId="urn:microsoft.com/office/officeart/2008/layout/LinedList"/>
    <dgm:cxn modelId="{804F1339-726D-4E75-B865-D981477EA65A}" type="presParOf" srcId="{3981B473-0E1A-4568-9B09-E970301CBED9}" destId="{8FBD1E9E-B1FD-4620-9516-45FE2BC7A810}" srcOrd="3" destOrd="0" presId="urn:microsoft.com/office/officeart/2008/layout/LinedList"/>
    <dgm:cxn modelId="{A51C83E8-E595-4DA1-8B95-FAD70142A459}" type="presParOf" srcId="{8FBD1E9E-B1FD-4620-9516-45FE2BC7A810}" destId="{23F78B92-F0C6-4192-ACB9-2D60BF7253EA}" srcOrd="0" destOrd="0" presId="urn:microsoft.com/office/officeart/2008/layout/LinedList"/>
    <dgm:cxn modelId="{BA080C81-FA84-460B-AC52-AE25433A2C28}" type="presParOf" srcId="{8FBD1E9E-B1FD-4620-9516-45FE2BC7A810}" destId="{0AB9D941-83D8-4312-8395-87F833A13DD7}" srcOrd="1" destOrd="0" presId="urn:microsoft.com/office/officeart/2008/layout/LinedList"/>
    <dgm:cxn modelId="{1F07CD78-A4C5-4255-86CF-253B9AA1283B}" type="presParOf" srcId="{3981B473-0E1A-4568-9B09-E970301CBED9}" destId="{F5B9913F-B714-4D16-80D1-9FC8ECA66746}" srcOrd="4" destOrd="0" presId="urn:microsoft.com/office/officeart/2008/layout/LinedList"/>
    <dgm:cxn modelId="{45C13B16-A20F-40B1-B8D8-A06BF95B78CC}" type="presParOf" srcId="{3981B473-0E1A-4568-9B09-E970301CBED9}" destId="{0E36B087-BCB5-4EDF-BA60-881D7D9B229C}" srcOrd="5" destOrd="0" presId="urn:microsoft.com/office/officeart/2008/layout/LinedList"/>
    <dgm:cxn modelId="{C93BAB2A-85D6-453C-9E33-A37073A7B838}" type="presParOf" srcId="{0E36B087-BCB5-4EDF-BA60-881D7D9B229C}" destId="{142601F0-9CDB-4B4C-AB4D-7F9BB8F8503D}" srcOrd="0" destOrd="0" presId="urn:microsoft.com/office/officeart/2008/layout/LinedList"/>
    <dgm:cxn modelId="{C0BEDD53-BE4F-46E4-93AC-C2AA781B626C}" type="presParOf" srcId="{0E36B087-BCB5-4EDF-BA60-881D7D9B229C}" destId="{BD7ACD5A-1D31-4C99-8CD9-88FA55D64B7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869D9BE-8F7B-4C85-B82E-5FCB562A0A8C}" type="doc">
      <dgm:prSet loTypeId="urn:microsoft.com/office/officeart/2018/2/layout/Icon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75C464FF-374E-40BE-95D2-B97AE1C780A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Choosing the right problem determines project success.</a:t>
          </a:r>
          <a:endParaRPr lang="en-US"/>
        </a:p>
      </dgm:t>
    </dgm:pt>
    <dgm:pt modelId="{46391BB5-E73D-4285-A0C8-0F982009CDDA}" type="parTrans" cxnId="{068DC4CA-8A93-47B5-86D4-AAED67B43FE0}">
      <dgm:prSet/>
      <dgm:spPr/>
      <dgm:t>
        <a:bodyPr/>
        <a:lstStyle/>
        <a:p>
          <a:endParaRPr lang="en-US"/>
        </a:p>
      </dgm:t>
    </dgm:pt>
    <dgm:pt modelId="{214F1F04-8C34-48E2-9FB1-8D8D1B61ABAA}" type="sibTrans" cxnId="{068DC4CA-8A93-47B5-86D4-AAED67B43FE0}">
      <dgm:prSet/>
      <dgm:spPr/>
      <dgm:t>
        <a:bodyPr/>
        <a:lstStyle/>
        <a:p>
          <a:endParaRPr lang="en-US"/>
        </a:p>
      </dgm:t>
    </dgm:pt>
    <dgm:pt modelId="{BDAAE72F-5074-4453-8DE9-C7820B1EC2A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If the problem is weak, the analysis will also be weak.</a:t>
          </a:r>
          <a:endParaRPr lang="en-US"/>
        </a:p>
      </dgm:t>
    </dgm:pt>
    <dgm:pt modelId="{A782DC8B-3218-4116-B834-D2B84FFA620D}" type="parTrans" cxnId="{5E14FE55-5017-4D6C-B8DE-8C4397DBD907}">
      <dgm:prSet/>
      <dgm:spPr/>
      <dgm:t>
        <a:bodyPr/>
        <a:lstStyle/>
        <a:p>
          <a:endParaRPr lang="en-US"/>
        </a:p>
      </dgm:t>
    </dgm:pt>
    <dgm:pt modelId="{0D976926-19EE-4CF5-8D49-56231B366ECA}" type="sibTrans" cxnId="{5E14FE55-5017-4D6C-B8DE-8C4397DBD907}">
      <dgm:prSet/>
      <dgm:spPr/>
      <dgm:t>
        <a:bodyPr/>
        <a:lstStyle/>
        <a:p>
          <a:endParaRPr lang="en-US"/>
        </a:p>
      </dgm:t>
    </dgm:pt>
    <dgm:pt modelId="{21C27027-022F-4730-ABC4-60F35D4C0013}" type="pres">
      <dgm:prSet presAssocID="{0869D9BE-8F7B-4C85-B82E-5FCB562A0A8C}" presName="root" presStyleCnt="0">
        <dgm:presLayoutVars>
          <dgm:dir/>
          <dgm:resizeHandles val="exact"/>
        </dgm:presLayoutVars>
      </dgm:prSet>
      <dgm:spPr/>
    </dgm:pt>
    <dgm:pt modelId="{C81F372C-04E7-4372-9C65-D70611DEEBF2}" type="pres">
      <dgm:prSet presAssocID="{75C464FF-374E-40BE-95D2-B97AE1C780A3}" presName="compNode" presStyleCnt="0"/>
      <dgm:spPr/>
    </dgm:pt>
    <dgm:pt modelId="{0FA58E79-EAA0-4C71-BD10-E97D01FA4139}" type="pres">
      <dgm:prSet presAssocID="{75C464FF-374E-40BE-95D2-B97AE1C780A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book"/>
        </a:ext>
      </dgm:extLst>
    </dgm:pt>
    <dgm:pt modelId="{C814C58B-9C9D-4EBE-9F02-25BB1BEF4CCD}" type="pres">
      <dgm:prSet presAssocID="{75C464FF-374E-40BE-95D2-B97AE1C780A3}" presName="spaceRect" presStyleCnt="0"/>
      <dgm:spPr/>
    </dgm:pt>
    <dgm:pt modelId="{419AEDE9-E3FF-409B-B986-099D445D8DD1}" type="pres">
      <dgm:prSet presAssocID="{75C464FF-374E-40BE-95D2-B97AE1C780A3}" presName="textRect" presStyleLbl="revTx" presStyleIdx="0" presStyleCnt="2">
        <dgm:presLayoutVars>
          <dgm:chMax val="1"/>
          <dgm:chPref val="1"/>
        </dgm:presLayoutVars>
      </dgm:prSet>
      <dgm:spPr/>
    </dgm:pt>
    <dgm:pt modelId="{2AE0A098-2A25-4830-B363-E3A16DCD4FDE}" type="pres">
      <dgm:prSet presAssocID="{214F1F04-8C34-48E2-9FB1-8D8D1B61ABAA}" presName="sibTrans" presStyleCnt="0"/>
      <dgm:spPr/>
    </dgm:pt>
    <dgm:pt modelId="{BEF028F1-06D4-489F-B0EE-303B19A93EBF}" type="pres">
      <dgm:prSet presAssocID="{BDAAE72F-5074-4453-8DE9-C7820B1EC2A0}" presName="compNode" presStyleCnt="0"/>
      <dgm:spPr/>
    </dgm:pt>
    <dgm:pt modelId="{E40F776C-1A92-4CF5-8349-43430F521F99}" type="pres">
      <dgm:prSet presAssocID="{BDAAE72F-5074-4453-8DE9-C7820B1EC2A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6F11FC62-D539-4A57-97BD-7EB5A8310E2F}" type="pres">
      <dgm:prSet presAssocID="{BDAAE72F-5074-4453-8DE9-C7820B1EC2A0}" presName="spaceRect" presStyleCnt="0"/>
      <dgm:spPr/>
    </dgm:pt>
    <dgm:pt modelId="{7B4CE3C4-85CA-42F0-8EE9-5A36462EA838}" type="pres">
      <dgm:prSet presAssocID="{BDAAE72F-5074-4453-8DE9-C7820B1EC2A0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DCF04061-0C92-43BB-A30B-69B3FFD13377}" type="presOf" srcId="{0869D9BE-8F7B-4C85-B82E-5FCB562A0A8C}" destId="{21C27027-022F-4730-ABC4-60F35D4C0013}" srcOrd="0" destOrd="0" presId="urn:microsoft.com/office/officeart/2018/2/layout/IconLabelList"/>
    <dgm:cxn modelId="{F68C4A74-E1EF-419F-A34E-F6A53EDD1526}" type="presOf" srcId="{75C464FF-374E-40BE-95D2-B97AE1C780A3}" destId="{419AEDE9-E3FF-409B-B986-099D445D8DD1}" srcOrd="0" destOrd="0" presId="urn:microsoft.com/office/officeart/2018/2/layout/IconLabelList"/>
    <dgm:cxn modelId="{5E14FE55-5017-4D6C-B8DE-8C4397DBD907}" srcId="{0869D9BE-8F7B-4C85-B82E-5FCB562A0A8C}" destId="{BDAAE72F-5074-4453-8DE9-C7820B1EC2A0}" srcOrd="1" destOrd="0" parTransId="{A782DC8B-3218-4116-B834-D2B84FFA620D}" sibTransId="{0D976926-19EE-4CF5-8D49-56231B366ECA}"/>
    <dgm:cxn modelId="{068DC4CA-8A93-47B5-86D4-AAED67B43FE0}" srcId="{0869D9BE-8F7B-4C85-B82E-5FCB562A0A8C}" destId="{75C464FF-374E-40BE-95D2-B97AE1C780A3}" srcOrd="0" destOrd="0" parTransId="{46391BB5-E73D-4285-A0C8-0F982009CDDA}" sibTransId="{214F1F04-8C34-48E2-9FB1-8D8D1B61ABAA}"/>
    <dgm:cxn modelId="{781A84DB-7946-4C2B-9D50-C1EFABFC21EE}" type="presOf" srcId="{BDAAE72F-5074-4453-8DE9-C7820B1EC2A0}" destId="{7B4CE3C4-85CA-42F0-8EE9-5A36462EA838}" srcOrd="0" destOrd="0" presId="urn:microsoft.com/office/officeart/2018/2/layout/IconLabelList"/>
    <dgm:cxn modelId="{FB8DFD8A-2FDE-43D0-9241-B900AB8C136E}" type="presParOf" srcId="{21C27027-022F-4730-ABC4-60F35D4C0013}" destId="{C81F372C-04E7-4372-9C65-D70611DEEBF2}" srcOrd="0" destOrd="0" presId="urn:microsoft.com/office/officeart/2018/2/layout/IconLabelList"/>
    <dgm:cxn modelId="{CFF0852E-9E5C-4FEE-8485-13BB41D5F54C}" type="presParOf" srcId="{C81F372C-04E7-4372-9C65-D70611DEEBF2}" destId="{0FA58E79-EAA0-4C71-BD10-E97D01FA4139}" srcOrd="0" destOrd="0" presId="urn:microsoft.com/office/officeart/2018/2/layout/IconLabelList"/>
    <dgm:cxn modelId="{B4A480B6-81D4-4660-A380-CF39154BE7B2}" type="presParOf" srcId="{C81F372C-04E7-4372-9C65-D70611DEEBF2}" destId="{C814C58B-9C9D-4EBE-9F02-25BB1BEF4CCD}" srcOrd="1" destOrd="0" presId="urn:microsoft.com/office/officeart/2018/2/layout/IconLabelList"/>
    <dgm:cxn modelId="{BE908E1A-184F-4C28-86C7-34A52D39C570}" type="presParOf" srcId="{C81F372C-04E7-4372-9C65-D70611DEEBF2}" destId="{419AEDE9-E3FF-409B-B986-099D445D8DD1}" srcOrd="2" destOrd="0" presId="urn:microsoft.com/office/officeart/2018/2/layout/IconLabelList"/>
    <dgm:cxn modelId="{0D71213E-FA94-40D6-8F89-87C05D06EAE8}" type="presParOf" srcId="{21C27027-022F-4730-ABC4-60F35D4C0013}" destId="{2AE0A098-2A25-4830-B363-E3A16DCD4FDE}" srcOrd="1" destOrd="0" presId="urn:microsoft.com/office/officeart/2018/2/layout/IconLabelList"/>
    <dgm:cxn modelId="{58F6342B-2064-4C7C-B08D-0CC54D0D54D5}" type="presParOf" srcId="{21C27027-022F-4730-ABC4-60F35D4C0013}" destId="{BEF028F1-06D4-489F-B0EE-303B19A93EBF}" srcOrd="2" destOrd="0" presId="urn:microsoft.com/office/officeart/2018/2/layout/IconLabelList"/>
    <dgm:cxn modelId="{F80176D7-B3D1-4340-BEE3-72B8E68526D9}" type="presParOf" srcId="{BEF028F1-06D4-489F-B0EE-303B19A93EBF}" destId="{E40F776C-1A92-4CF5-8349-43430F521F99}" srcOrd="0" destOrd="0" presId="urn:microsoft.com/office/officeart/2018/2/layout/IconLabelList"/>
    <dgm:cxn modelId="{0F30CD39-1B88-4FE3-991A-B368E922BF7F}" type="presParOf" srcId="{BEF028F1-06D4-489F-B0EE-303B19A93EBF}" destId="{6F11FC62-D539-4A57-97BD-7EB5A8310E2F}" srcOrd="1" destOrd="0" presId="urn:microsoft.com/office/officeart/2018/2/layout/IconLabelList"/>
    <dgm:cxn modelId="{AFE950E1-5E09-49A4-9D96-2CEB444EB8B1}" type="presParOf" srcId="{BEF028F1-06D4-489F-B0EE-303B19A93EBF}" destId="{7B4CE3C4-85CA-42F0-8EE9-5A36462EA83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6F5EF42-A71C-4845-9B7A-DDAD00D5D4D2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6A7E85CE-584D-43D7-8796-A069861A883D}">
      <dgm:prSet custT="1"/>
      <dgm:spPr/>
      <dgm:t>
        <a:bodyPr/>
        <a:lstStyle/>
        <a:p>
          <a:r>
            <a:rPr lang="en-US" sz="5400" b="0" i="0" dirty="0"/>
            <a:t>A clear decision!</a:t>
          </a:r>
          <a:endParaRPr lang="en-US" sz="5400" dirty="0"/>
        </a:p>
      </dgm:t>
    </dgm:pt>
    <dgm:pt modelId="{F0FF259C-630B-460C-9F89-3EAB514C9C28}" type="parTrans" cxnId="{B6677DD0-6B3E-443D-B7C8-970B43DAE9AD}">
      <dgm:prSet/>
      <dgm:spPr/>
      <dgm:t>
        <a:bodyPr/>
        <a:lstStyle/>
        <a:p>
          <a:endParaRPr lang="en-US"/>
        </a:p>
      </dgm:t>
    </dgm:pt>
    <dgm:pt modelId="{9D612FFB-9BF0-4316-B4C8-26883EBFCBE8}" type="sibTrans" cxnId="{B6677DD0-6B3E-443D-B7C8-970B43DAE9AD}">
      <dgm:prSet/>
      <dgm:spPr/>
      <dgm:t>
        <a:bodyPr/>
        <a:lstStyle/>
        <a:p>
          <a:endParaRPr lang="en-US"/>
        </a:p>
      </dgm:t>
    </dgm:pt>
    <dgm:pt modelId="{3A4033F4-5C24-40D0-B61D-0BE5879A3790}">
      <dgm:prSet custT="1"/>
      <dgm:spPr/>
      <dgm:t>
        <a:bodyPr/>
        <a:lstStyle/>
        <a:p>
          <a:r>
            <a:rPr lang="en-US" sz="4400" b="0" i="0" dirty="0"/>
            <a:t>A dataset capable of supporting analysis</a:t>
          </a:r>
          <a:endParaRPr lang="en-US" sz="4400" dirty="0"/>
        </a:p>
      </dgm:t>
    </dgm:pt>
    <dgm:pt modelId="{71F21547-9441-497C-8994-6F1F7686A2D0}" type="parTrans" cxnId="{7EB7329E-D122-4D13-B2C1-AAC4C7E04021}">
      <dgm:prSet/>
      <dgm:spPr/>
      <dgm:t>
        <a:bodyPr/>
        <a:lstStyle/>
        <a:p>
          <a:endParaRPr lang="en-US"/>
        </a:p>
      </dgm:t>
    </dgm:pt>
    <dgm:pt modelId="{693C0BB2-4691-4ED6-AB87-47E8546F2718}" type="sibTrans" cxnId="{7EB7329E-D122-4D13-B2C1-AAC4C7E04021}">
      <dgm:prSet/>
      <dgm:spPr/>
      <dgm:t>
        <a:bodyPr/>
        <a:lstStyle/>
        <a:p>
          <a:endParaRPr lang="en-US"/>
        </a:p>
      </dgm:t>
    </dgm:pt>
    <dgm:pt modelId="{1949A37C-2EDD-45C9-B23A-21DDC345D9FB}">
      <dgm:prSet custT="1"/>
      <dgm:spPr/>
      <dgm:t>
        <a:bodyPr/>
        <a:lstStyle/>
        <a:p>
          <a:r>
            <a:rPr lang="en-US" sz="4400" b="0" i="0" dirty="0"/>
            <a:t>Feasible analytic techniques</a:t>
          </a:r>
          <a:endParaRPr lang="en-US" sz="4400" dirty="0"/>
        </a:p>
      </dgm:t>
    </dgm:pt>
    <dgm:pt modelId="{C4B395BB-DA4B-4035-99FC-862D48B37523}" type="parTrans" cxnId="{93B6B082-8C22-419A-8151-A316060913EB}">
      <dgm:prSet/>
      <dgm:spPr/>
      <dgm:t>
        <a:bodyPr/>
        <a:lstStyle/>
        <a:p>
          <a:endParaRPr lang="en-US"/>
        </a:p>
      </dgm:t>
    </dgm:pt>
    <dgm:pt modelId="{95896838-3EB2-438F-9D67-E138BA04CA63}" type="sibTrans" cxnId="{93B6B082-8C22-419A-8151-A316060913EB}">
      <dgm:prSet/>
      <dgm:spPr/>
      <dgm:t>
        <a:bodyPr/>
        <a:lstStyle/>
        <a:p>
          <a:endParaRPr lang="en-US"/>
        </a:p>
      </dgm:t>
    </dgm:pt>
    <dgm:pt modelId="{F2327976-F3A4-4A48-9BFE-B98F71EABCD4}" type="pres">
      <dgm:prSet presAssocID="{E6F5EF42-A71C-4845-9B7A-DDAD00D5D4D2}" presName="vert0" presStyleCnt="0">
        <dgm:presLayoutVars>
          <dgm:dir/>
          <dgm:animOne val="branch"/>
          <dgm:animLvl val="lvl"/>
        </dgm:presLayoutVars>
      </dgm:prSet>
      <dgm:spPr/>
    </dgm:pt>
    <dgm:pt modelId="{0EF6D49F-FDDE-4BE2-B7F6-390F5368E5B4}" type="pres">
      <dgm:prSet presAssocID="{6A7E85CE-584D-43D7-8796-A069861A883D}" presName="thickLine" presStyleLbl="alignNode1" presStyleIdx="0" presStyleCnt="3"/>
      <dgm:spPr/>
    </dgm:pt>
    <dgm:pt modelId="{DDCABE7B-C508-4D16-A7AC-5211C4BA3B70}" type="pres">
      <dgm:prSet presAssocID="{6A7E85CE-584D-43D7-8796-A069861A883D}" presName="horz1" presStyleCnt="0"/>
      <dgm:spPr/>
    </dgm:pt>
    <dgm:pt modelId="{89BFCAA7-C8C8-4421-AE14-C970D8026538}" type="pres">
      <dgm:prSet presAssocID="{6A7E85CE-584D-43D7-8796-A069861A883D}" presName="tx1" presStyleLbl="revTx" presStyleIdx="0" presStyleCnt="3"/>
      <dgm:spPr/>
    </dgm:pt>
    <dgm:pt modelId="{F1F786F4-2306-461C-AD77-A9B7BEEC27F7}" type="pres">
      <dgm:prSet presAssocID="{6A7E85CE-584D-43D7-8796-A069861A883D}" presName="vert1" presStyleCnt="0"/>
      <dgm:spPr/>
    </dgm:pt>
    <dgm:pt modelId="{DED7323D-B924-4656-B77E-48A9B9D031CA}" type="pres">
      <dgm:prSet presAssocID="{3A4033F4-5C24-40D0-B61D-0BE5879A3790}" presName="thickLine" presStyleLbl="alignNode1" presStyleIdx="1" presStyleCnt="3"/>
      <dgm:spPr/>
    </dgm:pt>
    <dgm:pt modelId="{B1BD8618-62EE-4611-955C-84B8B9C79351}" type="pres">
      <dgm:prSet presAssocID="{3A4033F4-5C24-40D0-B61D-0BE5879A3790}" presName="horz1" presStyleCnt="0"/>
      <dgm:spPr/>
    </dgm:pt>
    <dgm:pt modelId="{ACFB118A-E413-42AF-BC23-E9247A978134}" type="pres">
      <dgm:prSet presAssocID="{3A4033F4-5C24-40D0-B61D-0BE5879A3790}" presName="tx1" presStyleLbl="revTx" presStyleIdx="1" presStyleCnt="3"/>
      <dgm:spPr/>
    </dgm:pt>
    <dgm:pt modelId="{B06394A2-8784-40B9-88B6-60C4541C2FA3}" type="pres">
      <dgm:prSet presAssocID="{3A4033F4-5C24-40D0-B61D-0BE5879A3790}" presName="vert1" presStyleCnt="0"/>
      <dgm:spPr/>
    </dgm:pt>
    <dgm:pt modelId="{955BEB90-4716-4995-82F9-A2E97E0BA9F1}" type="pres">
      <dgm:prSet presAssocID="{1949A37C-2EDD-45C9-B23A-21DDC345D9FB}" presName="thickLine" presStyleLbl="alignNode1" presStyleIdx="2" presStyleCnt="3"/>
      <dgm:spPr/>
    </dgm:pt>
    <dgm:pt modelId="{7CCF8D57-9DD6-4908-ABA4-90CFEF10B4FE}" type="pres">
      <dgm:prSet presAssocID="{1949A37C-2EDD-45C9-B23A-21DDC345D9FB}" presName="horz1" presStyleCnt="0"/>
      <dgm:spPr/>
    </dgm:pt>
    <dgm:pt modelId="{792CDA63-0A31-4ED2-BAAB-478F3D9C836F}" type="pres">
      <dgm:prSet presAssocID="{1949A37C-2EDD-45C9-B23A-21DDC345D9FB}" presName="tx1" presStyleLbl="revTx" presStyleIdx="2" presStyleCnt="3"/>
      <dgm:spPr/>
    </dgm:pt>
    <dgm:pt modelId="{29DA7C8E-AEC8-4C55-B4B2-89B9A9E58A44}" type="pres">
      <dgm:prSet presAssocID="{1949A37C-2EDD-45C9-B23A-21DDC345D9FB}" presName="vert1" presStyleCnt="0"/>
      <dgm:spPr/>
    </dgm:pt>
  </dgm:ptLst>
  <dgm:cxnLst>
    <dgm:cxn modelId="{4B6A4E30-4436-4E7E-84DE-7E3300B62371}" type="presOf" srcId="{3A4033F4-5C24-40D0-B61D-0BE5879A3790}" destId="{ACFB118A-E413-42AF-BC23-E9247A978134}" srcOrd="0" destOrd="0" presId="urn:microsoft.com/office/officeart/2008/layout/LinedList"/>
    <dgm:cxn modelId="{D63A6543-97EF-4E1B-8CD1-9C347E0684FB}" type="presOf" srcId="{E6F5EF42-A71C-4845-9B7A-DDAD00D5D4D2}" destId="{F2327976-F3A4-4A48-9BFE-B98F71EABCD4}" srcOrd="0" destOrd="0" presId="urn:microsoft.com/office/officeart/2008/layout/LinedList"/>
    <dgm:cxn modelId="{58857378-471E-4D30-9C89-AC2824A06B90}" type="presOf" srcId="{6A7E85CE-584D-43D7-8796-A069861A883D}" destId="{89BFCAA7-C8C8-4421-AE14-C970D8026538}" srcOrd="0" destOrd="0" presId="urn:microsoft.com/office/officeart/2008/layout/LinedList"/>
    <dgm:cxn modelId="{93B6B082-8C22-419A-8151-A316060913EB}" srcId="{E6F5EF42-A71C-4845-9B7A-DDAD00D5D4D2}" destId="{1949A37C-2EDD-45C9-B23A-21DDC345D9FB}" srcOrd="2" destOrd="0" parTransId="{C4B395BB-DA4B-4035-99FC-862D48B37523}" sibTransId="{95896838-3EB2-438F-9D67-E138BA04CA63}"/>
    <dgm:cxn modelId="{7EB7329E-D122-4D13-B2C1-AAC4C7E04021}" srcId="{E6F5EF42-A71C-4845-9B7A-DDAD00D5D4D2}" destId="{3A4033F4-5C24-40D0-B61D-0BE5879A3790}" srcOrd="1" destOrd="0" parTransId="{71F21547-9441-497C-8994-6F1F7686A2D0}" sibTransId="{693C0BB2-4691-4ED6-AB87-47E8546F2718}"/>
    <dgm:cxn modelId="{0CD73FBD-2E40-4387-A783-2D7F176C456D}" type="presOf" srcId="{1949A37C-2EDD-45C9-B23A-21DDC345D9FB}" destId="{792CDA63-0A31-4ED2-BAAB-478F3D9C836F}" srcOrd="0" destOrd="0" presId="urn:microsoft.com/office/officeart/2008/layout/LinedList"/>
    <dgm:cxn modelId="{B6677DD0-6B3E-443D-B7C8-970B43DAE9AD}" srcId="{E6F5EF42-A71C-4845-9B7A-DDAD00D5D4D2}" destId="{6A7E85CE-584D-43D7-8796-A069861A883D}" srcOrd="0" destOrd="0" parTransId="{F0FF259C-630B-460C-9F89-3EAB514C9C28}" sibTransId="{9D612FFB-9BF0-4316-B4C8-26883EBFCBE8}"/>
    <dgm:cxn modelId="{5764A4C0-4D3C-421D-BB0E-4BBAA1024E18}" type="presParOf" srcId="{F2327976-F3A4-4A48-9BFE-B98F71EABCD4}" destId="{0EF6D49F-FDDE-4BE2-B7F6-390F5368E5B4}" srcOrd="0" destOrd="0" presId="urn:microsoft.com/office/officeart/2008/layout/LinedList"/>
    <dgm:cxn modelId="{933E1898-28C1-443C-9B01-20BE0DDB9474}" type="presParOf" srcId="{F2327976-F3A4-4A48-9BFE-B98F71EABCD4}" destId="{DDCABE7B-C508-4D16-A7AC-5211C4BA3B70}" srcOrd="1" destOrd="0" presId="urn:microsoft.com/office/officeart/2008/layout/LinedList"/>
    <dgm:cxn modelId="{CB1CAA19-4528-4A47-8456-6155981D1C6A}" type="presParOf" srcId="{DDCABE7B-C508-4D16-A7AC-5211C4BA3B70}" destId="{89BFCAA7-C8C8-4421-AE14-C970D8026538}" srcOrd="0" destOrd="0" presId="urn:microsoft.com/office/officeart/2008/layout/LinedList"/>
    <dgm:cxn modelId="{C39AE004-6E4D-433D-B69E-739A124479F9}" type="presParOf" srcId="{DDCABE7B-C508-4D16-A7AC-5211C4BA3B70}" destId="{F1F786F4-2306-461C-AD77-A9B7BEEC27F7}" srcOrd="1" destOrd="0" presId="urn:microsoft.com/office/officeart/2008/layout/LinedList"/>
    <dgm:cxn modelId="{74942940-5F50-4F94-8878-94EB7CC89625}" type="presParOf" srcId="{F2327976-F3A4-4A48-9BFE-B98F71EABCD4}" destId="{DED7323D-B924-4656-B77E-48A9B9D031CA}" srcOrd="2" destOrd="0" presId="urn:microsoft.com/office/officeart/2008/layout/LinedList"/>
    <dgm:cxn modelId="{23A0D06C-FF7B-4A50-85BB-08A1C355D2BE}" type="presParOf" srcId="{F2327976-F3A4-4A48-9BFE-B98F71EABCD4}" destId="{B1BD8618-62EE-4611-955C-84B8B9C79351}" srcOrd="3" destOrd="0" presId="urn:microsoft.com/office/officeart/2008/layout/LinedList"/>
    <dgm:cxn modelId="{071F6EE8-5627-46D2-AE66-DB4F8EDF7818}" type="presParOf" srcId="{B1BD8618-62EE-4611-955C-84B8B9C79351}" destId="{ACFB118A-E413-42AF-BC23-E9247A978134}" srcOrd="0" destOrd="0" presId="urn:microsoft.com/office/officeart/2008/layout/LinedList"/>
    <dgm:cxn modelId="{C1583FC1-08A5-419A-8954-C29C7004C6C7}" type="presParOf" srcId="{B1BD8618-62EE-4611-955C-84B8B9C79351}" destId="{B06394A2-8784-40B9-88B6-60C4541C2FA3}" srcOrd="1" destOrd="0" presId="urn:microsoft.com/office/officeart/2008/layout/LinedList"/>
    <dgm:cxn modelId="{B14864BF-0DE5-424C-8412-252609345DB1}" type="presParOf" srcId="{F2327976-F3A4-4A48-9BFE-B98F71EABCD4}" destId="{955BEB90-4716-4995-82F9-A2E97E0BA9F1}" srcOrd="4" destOrd="0" presId="urn:microsoft.com/office/officeart/2008/layout/LinedList"/>
    <dgm:cxn modelId="{FEE012AE-53C7-433B-8D32-4CD3A2D6583E}" type="presParOf" srcId="{F2327976-F3A4-4A48-9BFE-B98F71EABCD4}" destId="{7CCF8D57-9DD6-4908-ABA4-90CFEF10B4FE}" srcOrd="5" destOrd="0" presId="urn:microsoft.com/office/officeart/2008/layout/LinedList"/>
    <dgm:cxn modelId="{D2AC39D7-FCD5-4767-9033-64CAE3F9659B}" type="presParOf" srcId="{7CCF8D57-9DD6-4908-ABA4-90CFEF10B4FE}" destId="{792CDA63-0A31-4ED2-BAAB-478F3D9C836F}" srcOrd="0" destOrd="0" presId="urn:microsoft.com/office/officeart/2008/layout/LinedList"/>
    <dgm:cxn modelId="{E8119AF6-5BF3-431F-825A-32B08C7EB4DE}" type="presParOf" srcId="{7CCF8D57-9DD6-4908-ABA4-90CFEF10B4FE}" destId="{29DA7C8E-AEC8-4C55-B4B2-89B9A9E58A4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1C39977-AE44-44AA-A741-5610F599F957}" type="doc">
      <dgm:prSet loTypeId="urn:microsoft.com/office/officeart/2005/8/layout/bProcess2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1B71E9-BBCF-46CA-A88B-668B0DBDA4C5}">
      <dgm:prSet/>
      <dgm:spPr>
        <a:solidFill>
          <a:srgbClr val="FF0000"/>
        </a:solidFill>
      </dgm:spPr>
      <dgm:t>
        <a:bodyPr/>
        <a:lstStyle/>
        <a:p>
          <a:r>
            <a:rPr lang="en-US" b="0" i="0"/>
            <a:t>Bad: Analyze this dataset.</a:t>
          </a:r>
          <a:endParaRPr lang="en-US"/>
        </a:p>
      </dgm:t>
    </dgm:pt>
    <dgm:pt modelId="{83404645-572D-467A-A254-829EC4D01B12}" type="parTrans" cxnId="{89C245DE-8465-49A6-9C3B-20EDA9179E99}">
      <dgm:prSet/>
      <dgm:spPr/>
      <dgm:t>
        <a:bodyPr/>
        <a:lstStyle/>
        <a:p>
          <a:endParaRPr lang="en-US"/>
        </a:p>
      </dgm:t>
    </dgm:pt>
    <dgm:pt modelId="{5EFC87A1-B4A6-40FE-9ACF-77A2D254398E}" type="sibTrans" cxnId="{89C245DE-8465-49A6-9C3B-20EDA9179E99}">
      <dgm:prSet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endParaRPr lang="en-US"/>
        </a:p>
      </dgm:t>
    </dgm:pt>
    <dgm:pt modelId="{DA7299FE-7242-495C-8D78-612E940F1271}">
      <dgm:prSet/>
      <dgm:spPr>
        <a:solidFill>
          <a:schemeClr val="accent3"/>
        </a:solidFill>
      </dgm:spPr>
      <dgm:t>
        <a:bodyPr/>
        <a:lstStyle/>
        <a:p>
          <a:r>
            <a:rPr lang="en-US" b="0" i="0"/>
            <a:t>Good: Use data to improve a specific decision.</a:t>
          </a:r>
          <a:endParaRPr lang="en-US"/>
        </a:p>
      </dgm:t>
    </dgm:pt>
    <dgm:pt modelId="{6E4A14D4-9871-4066-916A-ECA57DEE1892}" type="parTrans" cxnId="{D46A1498-8618-4CC8-9DA4-B8E0C7A5B746}">
      <dgm:prSet/>
      <dgm:spPr/>
      <dgm:t>
        <a:bodyPr/>
        <a:lstStyle/>
        <a:p>
          <a:endParaRPr lang="en-US"/>
        </a:p>
      </dgm:t>
    </dgm:pt>
    <dgm:pt modelId="{A066988F-9CD8-447A-BE8E-79326981DA84}" type="sibTrans" cxnId="{D46A1498-8618-4CC8-9DA4-B8E0C7A5B746}">
      <dgm:prSet/>
      <dgm:spPr/>
      <dgm:t>
        <a:bodyPr/>
        <a:lstStyle/>
        <a:p>
          <a:endParaRPr lang="en-US"/>
        </a:p>
      </dgm:t>
    </dgm:pt>
    <dgm:pt modelId="{6221BA2C-FF29-4320-8E7F-AF510116673F}" type="pres">
      <dgm:prSet presAssocID="{F1C39977-AE44-44AA-A741-5610F599F957}" presName="diagram" presStyleCnt="0">
        <dgm:presLayoutVars>
          <dgm:dir/>
          <dgm:resizeHandles/>
        </dgm:presLayoutVars>
      </dgm:prSet>
      <dgm:spPr/>
    </dgm:pt>
    <dgm:pt modelId="{4A7F62F8-5E39-4AE5-AF2C-B403DC3FC1E3}" type="pres">
      <dgm:prSet presAssocID="{EF1B71E9-BBCF-46CA-A88B-668B0DBDA4C5}" presName="firstNode" presStyleLbl="node1" presStyleIdx="0" presStyleCnt="2">
        <dgm:presLayoutVars>
          <dgm:bulletEnabled val="1"/>
        </dgm:presLayoutVars>
      </dgm:prSet>
      <dgm:spPr/>
    </dgm:pt>
    <dgm:pt modelId="{218975AC-B62A-4DB0-B605-EA30BFC3A69A}" type="pres">
      <dgm:prSet presAssocID="{5EFC87A1-B4A6-40FE-9ACF-77A2D254398E}" presName="sibTrans" presStyleLbl="sibTrans2D1" presStyleIdx="0" presStyleCnt="1"/>
      <dgm:spPr/>
    </dgm:pt>
    <dgm:pt modelId="{2C5F1377-75ED-42AB-8D9D-DAEBA6C651EA}" type="pres">
      <dgm:prSet presAssocID="{DA7299FE-7242-495C-8D78-612E940F1271}" presName="lastNode" presStyleLbl="node1" presStyleIdx="1" presStyleCnt="2">
        <dgm:presLayoutVars>
          <dgm:bulletEnabled val="1"/>
        </dgm:presLayoutVars>
      </dgm:prSet>
      <dgm:spPr/>
    </dgm:pt>
  </dgm:ptLst>
  <dgm:cxnLst>
    <dgm:cxn modelId="{D46A1498-8618-4CC8-9DA4-B8E0C7A5B746}" srcId="{F1C39977-AE44-44AA-A741-5610F599F957}" destId="{DA7299FE-7242-495C-8D78-612E940F1271}" srcOrd="1" destOrd="0" parTransId="{6E4A14D4-9871-4066-916A-ECA57DEE1892}" sibTransId="{A066988F-9CD8-447A-BE8E-79326981DA84}"/>
    <dgm:cxn modelId="{2F6DD49B-E373-42A9-94ED-7D93DE91E7C3}" type="presOf" srcId="{EF1B71E9-BBCF-46CA-A88B-668B0DBDA4C5}" destId="{4A7F62F8-5E39-4AE5-AF2C-B403DC3FC1E3}" srcOrd="0" destOrd="0" presId="urn:microsoft.com/office/officeart/2005/8/layout/bProcess2"/>
    <dgm:cxn modelId="{D8E948CB-7E56-4CC5-B6FD-D0648BE9FF6D}" type="presOf" srcId="{F1C39977-AE44-44AA-A741-5610F599F957}" destId="{6221BA2C-FF29-4320-8E7F-AF510116673F}" srcOrd="0" destOrd="0" presId="urn:microsoft.com/office/officeart/2005/8/layout/bProcess2"/>
    <dgm:cxn modelId="{89C245DE-8465-49A6-9C3B-20EDA9179E99}" srcId="{F1C39977-AE44-44AA-A741-5610F599F957}" destId="{EF1B71E9-BBCF-46CA-A88B-668B0DBDA4C5}" srcOrd="0" destOrd="0" parTransId="{83404645-572D-467A-A254-829EC4D01B12}" sibTransId="{5EFC87A1-B4A6-40FE-9ACF-77A2D254398E}"/>
    <dgm:cxn modelId="{088DBCE2-2256-44D8-B5CD-EE6381643FC7}" type="presOf" srcId="{5EFC87A1-B4A6-40FE-9ACF-77A2D254398E}" destId="{218975AC-B62A-4DB0-B605-EA30BFC3A69A}" srcOrd="0" destOrd="0" presId="urn:microsoft.com/office/officeart/2005/8/layout/bProcess2"/>
    <dgm:cxn modelId="{F83AC7EF-1D61-4390-B1CD-792ECA48A19D}" type="presOf" srcId="{DA7299FE-7242-495C-8D78-612E940F1271}" destId="{2C5F1377-75ED-42AB-8D9D-DAEBA6C651EA}" srcOrd="0" destOrd="0" presId="urn:microsoft.com/office/officeart/2005/8/layout/bProcess2"/>
    <dgm:cxn modelId="{85F2DDB2-E1D5-4AEF-AAF3-E3BC20F7DA71}" type="presParOf" srcId="{6221BA2C-FF29-4320-8E7F-AF510116673F}" destId="{4A7F62F8-5E39-4AE5-AF2C-B403DC3FC1E3}" srcOrd="0" destOrd="0" presId="urn:microsoft.com/office/officeart/2005/8/layout/bProcess2"/>
    <dgm:cxn modelId="{F9A56996-D3B6-45CF-9B6D-12C0F0A65448}" type="presParOf" srcId="{6221BA2C-FF29-4320-8E7F-AF510116673F}" destId="{218975AC-B62A-4DB0-B605-EA30BFC3A69A}" srcOrd="1" destOrd="0" presId="urn:microsoft.com/office/officeart/2005/8/layout/bProcess2"/>
    <dgm:cxn modelId="{AA23857B-E2C1-4CBC-9D90-FE0AEB479D58}" type="presParOf" srcId="{6221BA2C-FF29-4320-8E7F-AF510116673F}" destId="{2C5F1377-75ED-42AB-8D9D-DAEBA6C651EA}" srcOrd="2" destOrd="0" presId="urn:microsoft.com/office/officeart/2005/8/layout/b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80D1D05-3EB5-461D-A86C-F807F0E0E9AB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00C2AED-67FA-488F-A348-9B579A8170EE}">
      <dgm:prSet/>
      <dgm:spPr/>
      <dgm:t>
        <a:bodyPr/>
        <a:lstStyle/>
        <a:p>
          <a:pPr>
            <a:defRPr cap="all"/>
          </a:pPr>
          <a:r>
            <a:rPr lang="en-US" b="0" i="0"/>
            <a:t>Who owns the decision?</a:t>
          </a:r>
          <a:endParaRPr lang="en-US"/>
        </a:p>
      </dgm:t>
    </dgm:pt>
    <dgm:pt modelId="{AF2C7974-E5B2-4E1F-8BBA-50DBEFEC11CF}" type="parTrans" cxnId="{EE76C5DD-4A14-4D6B-8584-10BC65EC0831}">
      <dgm:prSet/>
      <dgm:spPr/>
      <dgm:t>
        <a:bodyPr/>
        <a:lstStyle/>
        <a:p>
          <a:endParaRPr lang="en-US"/>
        </a:p>
      </dgm:t>
    </dgm:pt>
    <dgm:pt modelId="{70C69CB2-5DC9-488F-A65C-750378F1FD2C}" type="sibTrans" cxnId="{EE76C5DD-4A14-4D6B-8584-10BC65EC0831}">
      <dgm:prSet/>
      <dgm:spPr/>
      <dgm:t>
        <a:bodyPr/>
        <a:lstStyle/>
        <a:p>
          <a:endParaRPr lang="en-US"/>
        </a:p>
      </dgm:t>
    </dgm:pt>
    <dgm:pt modelId="{F6389064-C7FF-4065-8342-C78D74237F07}">
      <dgm:prSet/>
      <dgm:spPr/>
      <dgm:t>
        <a:bodyPr/>
        <a:lstStyle/>
        <a:p>
          <a:pPr>
            <a:defRPr cap="all"/>
          </a:pPr>
          <a:r>
            <a:rPr lang="en-US" b="0" i="0"/>
            <a:t>What choices exist?</a:t>
          </a:r>
          <a:endParaRPr lang="en-US"/>
        </a:p>
      </dgm:t>
    </dgm:pt>
    <dgm:pt modelId="{A8A78BB5-4483-4313-8358-43BCD6EB331F}" type="parTrans" cxnId="{885D818F-7634-4EE4-B25F-54489F03D0FA}">
      <dgm:prSet/>
      <dgm:spPr/>
      <dgm:t>
        <a:bodyPr/>
        <a:lstStyle/>
        <a:p>
          <a:endParaRPr lang="en-US"/>
        </a:p>
      </dgm:t>
    </dgm:pt>
    <dgm:pt modelId="{6576936A-EE65-4BDE-B107-66B8346DCE4C}" type="sibTrans" cxnId="{885D818F-7634-4EE4-B25F-54489F03D0FA}">
      <dgm:prSet/>
      <dgm:spPr/>
      <dgm:t>
        <a:bodyPr/>
        <a:lstStyle/>
        <a:p>
          <a:endParaRPr lang="en-US"/>
        </a:p>
      </dgm:t>
    </dgm:pt>
    <dgm:pt modelId="{835DAC9A-67A1-4B30-88C1-CB80A8FB3660}">
      <dgm:prSet/>
      <dgm:spPr/>
      <dgm:t>
        <a:bodyPr/>
        <a:lstStyle/>
        <a:p>
          <a:pPr>
            <a:defRPr cap="all"/>
          </a:pPr>
          <a:r>
            <a:rPr lang="en-US" b="0" i="0"/>
            <a:t>Why does the decision matter?</a:t>
          </a:r>
          <a:endParaRPr lang="en-US"/>
        </a:p>
      </dgm:t>
    </dgm:pt>
    <dgm:pt modelId="{2E439327-89EE-4CFF-B8D2-6C450A9C3C41}" type="parTrans" cxnId="{97F1365C-A4BF-42B7-8141-454C05C821BC}">
      <dgm:prSet/>
      <dgm:spPr/>
      <dgm:t>
        <a:bodyPr/>
        <a:lstStyle/>
        <a:p>
          <a:endParaRPr lang="en-US"/>
        </a:p>
      </dgm:t>
    </dgm:pt>
    <dgm:pt modelId="{448BC504-C51A-4ACE-8209-0D0AFC210059}" type="sibTrans" cxnId="{97F1365C-A4BF-42B7-8141-454C05C821BC}">
      <dgm:prSet/>
      <dgm:spPr/>
      <dgm:t>
        <a:bodyPr/>
        <a:lstStyle/>
        <a:p>
          <a:endParaRPr lang="en-US"/>
        </a:p>
      </dgm:t>
    </dgm:pt>
    <dgm:pt modelId="{8CCD69DF-40C1-446C-8CBA-7F4586885BB7}" type="pres">
      <dgm:prSet presAssocID="{B80D1D05-3EB5-461D-A86C-F807F0E0E9AB}" presName="root" presStyleCnt="0">
        <dgm:presLayoutVars>
          <dgm:dir/>
          <dgm:resizeHandles val="exact"/>
        </dgm:presLayoutVars>
      </dgm:prSet>
      <dgm:spPr/>
    </dgm:pt>
    <dgm:pt modelId="{96BE5A6E-7607-4904-8FE5-FFBDC07DABC0}" type="pres">
      <dgm:prSet presAssocID="{000C2AED-67FA-488F-A348-9B579A8170EE}" presName="compNode" presStyleCnt="0"/>
      <dgm:spPr/>
    </dgm:pt>
    <dgm:pt modelId="{94AF78DF-BCCE-4D82-A3A9-2A07363AC6F7}" type="pres">
      <dgm:prSet presAssocID="{000C2AED-67FA-488F-A348-9B579A8170EE}" presName="iconBgRect" presStyleLbl="bgShp" presStyleIdx="0" presStyleCnt="3"/>
      <dgm:spPr/>
    </dgm:pt>
    <dgm:pt modelId="{53D1E568-2A2B-4C72-B543-434519244963}" type="pres">
      <dgm:prSet presAssocID="{000C2AED-67FA-488F-A348-9B579A8170E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B751B4EC-29F6-47EC-A066-DC8B2684C145}" type="pres">
      <dgm:prSet presAssocID="{000C2AED-67FA-488F-A348-9B579A8170EE}" presName="spaceRect" presStyleCnt="0"/>
      <dgm:spPr/>
    </dgm:pt>
    <dgm:pt modelId="{72FD5BF2-C5F6-43EB-9179-094FA1111769}" type="pres">
      <dgm:prSet presAssocID="{000C2AED-67FA-488F-A348-9B579A8170EE}" presName="textRect" presStyleLbl="revTx" presStyleIdx="0" presStyleCnt="3">
        <dgm:presLayoutVars>
          <dgm:chMax val="1"/>
          <dgm:chPref val="1"/>
        </dgm:presLayoutVars>
      </dgm:prSet>
      <dgm:spPr/>
    </dgm:pt>
    <dgm:pt modelId="{D7777F49-EE9A-471B-94EF-74324845B709}" type="pres">
      <dgm:prSet presAssocID="{70C69CB2-5DC9-488F-A65C-750378F1FD2C}" presName="sibTrans" presStyleCnt="0"/>
      <dgm:spPr/>
    </dgm:pt>
    <dgm:pt modelId="{924E8790-10C6-47BC-AB8A-1C47144BE8A1}" type="pres">
      <dgm:prSet presAssocID="{F6389064-C7FF-4065-8342-C78D74237F07}" presName="compNode" presStyleCnt="0"/>
      <dgm:spPr/>
    </dgm:pt>
    <dgm:pt modelId="{4B660BA7-1E41-4E56-AB79-F57BA16DD9E8}" type="pres">
      <dgm:prSet presAssocID="{F6389064-C7FF-4065-8342-C78D74237F07}" presName="iconBgRect" presStyleLbl="bgShp" presStyleIdx="1" presStyleCnt="3"/>
      <dgm:spPr/>
    </dgm:pt>
    <dgm:pt modelId="{BE72CCA0-1B60-40E7-9433-5E14F4D11236}" type="pres">
      <dgm:prSet presAssocID="{F6389064-C7FF-4065-8342-C78D74237F0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5A5ED97F-EF9E-4AED-BDFF-078C08817E2A}" type="pres">
      <dgm:prSet presAssocID="{F6389064-C7FF-4065-8342-C78D74237F07}" presName="spaceRect" presStyleCnt="0"/>
      <dgm:spPr/>
    </dgm:pt>
    <dgm:pt modelId="{139897A7-9BB8-4F5F-A00D-95A16CA1EA88}" type="pres">
      <dgm:prSet presAssocID="{F6389064-C7FF-4065-8342-C78D74237F07}" presName="textRect" presStyleLbl="revTx" presStyleIdx="1" presStyleCnt="3">
        <dgm:presLayoutVars>
          <dgm:chMax val="1"/>
          <dgm:chPref val="1"/>
        </dgm:presLayoutVars>
      </dgm:prSet>
      <dgm:spPr/>
    </dgm:pt>
    <dgm:pt modelId="{23BD6A03-ADC3-4A92-B72E-BA6E1BBFF37B}" type="pres">
      <dgm:prSet presAssocID="{6576936A-EE65-4BDE-B107-66B8346DCE4C}" presName="sibTrans" presStyleCnt="0"/>
      <dgm:spPr/>
    </dgm:pt>
    <dgm:pt modelId="{80E7D3F4-5E55-4A48-B6F0-22D3C8060834}" type="pres">
      <dgm:prSet presAssocID="{835DAC9A-67A1-4B30-88C1-CB80A8FB3660}" presName="compNode" presStyleCnt="0"/>
      <dgm:spPr/>
    </dgm:pt>
    <dgm:pt modelId="{9E36F4E8-16D4-44C2-BC5B-E95A29574BAD}" type="pres">
      <dgm:prSet presAssocID="{835DAC9A-67A1-4B30-88C1-CB80A8FB3660}" presName="iconBgRect" presStyleLbl="bgShp" presStyleIdx="2" presStyleCnt="3"/>
      <dgm:spPr/>
    </dgm:pt>
    <dgm:pt modelId="{22A438F8-D619-48FC-BC65-B6B14CF0763D}" type="pres">
      <dgm:prSet presAssocID="{835DAC9A-67A1-4B30-88C1-CB80A8FB366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958C9AA7-ECE0-412E-979F-D02E944E7CD5}" type="pres">
      <dgm:prSet presAssocID="{835DAC9A-67A1-4B30-88C1-CB80A8FB3660}" presName="spaceRect" presStyleCnt="0"/>
      <dgm:spPr/>
    </dgm:pt>
    <dgm:pt modelId="{B9E3441B-A31C-462D-8658-17ED0F87FBDB}" type="pres">
      <dgm:prSet presAssocID="{835DAC9A-67A1-4B30-88C1-CB80A8FB366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06BFA08-8364-4580-BF1C-8FC27C340F7A}" type="presOf" srcId="{835DAC9A-67A1-4B30-88C1-CB80A8FB3660}" destId="{B9E3441B-A31C-462D-8658-17ED0F87FBDB}" srcOrd="0" destOrd="0" presId="urn:microsoft.com/office/officeart/2018/5/layout/IconCircleLabelList"/>
    <dgm:cxn modelId="{97F1365C-A4BF-42B7-8141-454C05C821BC}" srcId="{B80D1D05-3EB5-461D-A86C-F807F0E0E9AB}" destId="{835DAC9A-67A1-4B30-88C1-CB80A8FB3660}" srcOrd="2" destOrd="0" parTransId="{2E439327-89EE-4CFF-B8D2-6C450A9C3C41}" sibTransId="{448BC504-C51A-4ACE-8209-0D0AFC210059}"/>
    <dgm:cxn modelId="{885D818F-7634-4EE4-B25F-54489F03D0FA}" srcId="{B80D1D05-3EB5-461D-A86C-F807F0E0E9AB}" destId="{F6389064-C7FF-4065-8342-C78D74237F07}" srcOrd="1" destOrd="0" parTransId="{A8A78BB5-4483-4313-8358-43BCD6EB331F}" sibTransId="{6576936A-EE65-4BDE-B107-66B8346DCE4C}"/>
    <dgm:cxn modelId="{5E6238B1-DA5D-4369-8693-C47CFFEF0270}" type="presOf" srcId="{000C2AED-67FA-488F-A348-9B579A8170EE}" destId="{72FD5BF2-C5F6-43EB-9179-094FA1111769}" srcOrd="0" destOrd="0" presId="urn:microsoft.com/office/officeart/2018/5/layout/IconCircleLabelList"/>
    <dgm:cxn modelId="{58F731BA-0B07-4678-A868-BFBEC2E44A9B}" type="presOf" srcId="{B80D1D05-3EB5-461D-A86C-F807F0E0E9AB}" destId="{8CCD69DF-40C1-446C-8CBA-7F4586885BB7}" srcOrd="0" destOrd="0" presId="urn:microsoft.com/office/officeart/2018/5/layout/IconCircleLabelList"/>
    <dgm:cxn modelId="{1CA52AD5-29C2-44BF-A991-5BD8657167B0}" type="presOf" srcId="{F6389064-C7FF-4065-8342-C78D74237F07}" destId="{139897A7-9BB8-4F5F-A00D-95A16CA1EA88}" srcOrd="0" destOrd="0" presId="urn:microsoft.com/office/officeart/2018/5/layout/IconCircleLabelList"/>
    <dgm:cxn modelId="{EE76C5DD-4A14-4D6B-8584-10BC65EC0831}" srcId="{B80D1D05-3EB5-461D-A86C-F807F0E0E9AB}" destId="{000C2AED-67FA-488F-A348-9B579A8170EE}" srcOrd="0" destOrd="0" parTransId="{AF2C7974-E5B2-4E1F-8BBA-50DBEFEC11CF}" sibTransId="{70C69CB2-5DC9-488F-A65C-750378F1FD2C}"/>
    <dgm:cxn modelId="{7BA0626D-4D80-4739-BB99-7242FED0C0B4}" type="presParOf" srcId="{8CCD69DF-40C1-446C-8CBA-7F4586885BB7}" destId="{96BE5A6E-7607-4904-8FE5-FFBDC07DABC0}" srcOrd="0" destOrd="0" presId="urn:microsoft.com/office/officeart/2018/5/layout/IconCircleLabelList"/>
    <dgm:cxn modelId="{4C1AEC94-3BD3-437C-9A5D-0EA315EB7A2B}" type="presParOf" srcId="{96BE5A6E-7607-4904-8FE5-FFBDC07DABC0}" destId="{94AF78DF-BCCE-4D82-A3A9-2A07363AC6F7}" srcOrd="0" destOrd="0" presId="urn:microsoft.com/office/officeart/2018/5/layout/IconCircleLabelList"/>
    <dgm:cxn modelId="{5CC44743-A25D-45C5-8F47-41502FAADB38}" type="presParOf" srcId="{96BE5A6E-7607-4904-8FE5-FFBDC07DABC0}" destId="{53D1E568-2A2B-4C72-B543-434519244963}" srcOrd="1" destOrd="0" presId="urn:microsoft.com/office/officeart/2018/5/layout/IconCircleLabelList"/>
    <dgm:cxn modelId="{4A084B75-4E16-4149-A0EF-5BABAE1F998B}" type="presParOf" srcId="{96BE5A6E-7607-4904-8FE5-FFBDC07DABC0}" destId="{B751B4EC-29F6-47EC-A066-DC8B2684C145}" srcOrd="2" destOrd="0" presId="urn:microsoft.com/office/officeart/2018/5/layout/IconCircleLabelList"/>
    <dgm:cxn modelId="{A3F7C6E7-1873-4903-B187-A356A8B28CD6}" type="presParOf" srcId="{96BE5A6E-7607-4904-8FE5-FFBDC07DABC0}" destId="{72FD5BF2-C5F6-43EB-9179-094FA1111769}" srcOrd="3" destOrd="0" presId="urn:microsoft.com/office/officeart/2018/5/layout/IconCircleLabelList"/>
    <dgm:cxn modelId="{AC66E949-DCDD-4C72-A151-676E229F9C3A}" type="presParOf" srcId="{8CCD69DF-40C1-446C-8CBA-7F4586885BB7}" destId="{D7777F49-EE9A-471B-94EF-74324845B709}" srcOrd="1" destOrd="0" presId="urn:microsoft.com/office/officeart/2018/5/layout/IconCircleLabelList"/>
    <dgm:cxn modelId="{F298382F-5A41-44CF-A7E5-38FC3240A801}" type="presParOf" srcId="{8CCD69DF-40C1-446C-8CBA-7F4586885BB7}" destId="{924E8790-10C6-47BC-AB8A-1C47144BE8A1}" srcOrd="2" destOrd="0" presId="urn:microsoft.com/office/officeart/2018/5/layout/IconCircleLabelList"/>
    <dgm:cxn modelId="{5E267EBD-31E4-49F0-B8CE-E57300F15B38}" type="presParOf" srcId="{924E8790-10C6-47BC-AB8A-1C47144BE8A1}" destId="{4B660BA7-1E41-4E56-AB79-F57BA16DD9E8}" srcOrd="0" destOrd="0" presId="urn:microsoft.com/office/officeart/2018/5/layout/IconCircleLabelList"/>
    <dgm:cxn modelId="{4C7BC98D-4B47-4951-A37E-4F346E2EBD3B}" type="presParOf" srcId="{924E8790-10C6-47BC-AB8A-1C47144BE8A1}" destId="{BE72CCA0-1B60-40E7-9433-5E14F4D11236}" srcOrd="1" destOrd="0" presId="urn:microsoft.com/office/officeart/2018/5/layout/IconCircleLabelList"/>
    <dgm:cxn modelId="{B1399DF7-F861-4326-B4C3-43ECFB1B449A}" type="presParOf" srcId="{924E8790-10C6-47BC-AB8A-1C47144BE8A1}" destId="{5A5ED97F-EF9E-4AED-BDFF-078C08817E2A}" srcOrd="2" destOrd="0" presId="urn:microsoft.com/office/officeart/2018/5/layout/IconCircleLabelList"/>
    <dgm:cxn modelId="{856630BC-ACC0-4E30-9DD3-AC06F3861237}" type="presParOf" srcId="{924E8790-10C6-47BC-AB8A-1C47144BE8A1}" destId="{139897A7-9BB8-4F5F-A00D-95A16CA1EA88}" srcOrd="3" destOrd="0" presId="urn:microsoft.com/office/officeart/2018/5/layout/IconCircleLabelList"/>
    <dgm:cxn modelId="{18440866-D906-42E8-99BA-5B4FA201AF0B}" type="presParOf" srcId="{8CCD69DF-40C1-446C-8CBA-7F4586885BB7}" destId="{23BD6A03-ADC3-4A92-B72E-BA6E1BBFF37B}" srcOrd="3" destOrd="0" presId="urn:microsoft.com/office/officeart/2018/5/layout/IconCircleLabelList"/>
    <dgm:cxn modelId="{9897765B-4024-407E-B289-7E4AB28A2EC6}" type="presParOf" srcId="{8CCD69DF-40C1-446C-8CBA-7F4586885BB7}" destId="{80E7D3F4-5E55-4A48-B6F0-22D3C8060834}" srcOrd="4" destOrd="0" presId="urn:microsoft.com/office/officeart/2018/5/layout/IconCircleLabelList"/>
    <dgm:cxn modelId="{AA41F2BA-FD14-4E2B-A509-49BC2FAEFEE5}" type="presParOf" srcId="{80E7D3F4-5E55-4A48-B6F0-22D3C8060834}" destId="{9E36F4E8-16D4-44C2-BC5B-E95A29574BAD}" srcOrd="0" destOrd="0" presId="urn:microsoft.com/office/officeart/2018/5/layout/IconCircleLabelList"/>
    <dgm:cxn modelId="{419F1615-DC16-48AC-B4A8-ABFEB24FF294}" type="presParOf" srcId="{80E7D3F4-5E55-4A48-B6F0-22D3C8060834}" destId="{22A438F8-D619-48FC-BC65-B6B14CF0763D}" srcOrd="1" destOrd="0" presId="urn:microsoft.com/office/officeart/2018/5/layout/IconCircleLabelList"/>
    <dgm:cxn modelId="{E8DD6B1D-404B-4CC3-A6E5-AB03308DA69A}" type="presParOf" srcId="{80E7D3F4-5E55-4A48-B6F0-22D3C8060834}" destId="{958C9AA7-ECE0-412E-979F-D02E944E7CD5}" srcOrd="2" destOrd="0" presId="urn:microsoft.com/office/officeart/2018/5/layout/IconCircleLabelList"/>
    <dgm:cxn modelId="{D977259D-7E87-4361-9053-959E41FC19C7}" type="presParOf" srcId="{80E7D3F4-5E55-4A48-B6F0-22D3C8060834}" destId="{B9E3441B-A31C-462D-8658-17ED0F87FBD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5AF4253-25E1-4769-9C13-6734CDA8182D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8B48C0C8-F17B-4A67-854D-2D8396F492EE}">
      <dgm:prSet/>
      <dgm:spPr/>
      <dgm:t>
        <a:bodyPr/>
        <a:lstStyle/>
        <a:p>
          <a:pPr>
            <a:defRPr cap="all"/>
          </a:pPr>
          <a:r>
            <a:rPr lang="en-US" b="0" i="0"/>
            <a:t>Is there enough data?</a:t>
          </a:r>
          <a:endParaRPr lang="en-US"/>
        </a:p>
      </dgm:t>
    </dgm:pt>
    <dgm:pt modelId="{1A3E5A81-C40A-4342-856B-A4A893C48785}" type="parTrans" cxnId="{210FA2F4-9962-4801-8732-178477D364B8}">
      <dgm:prSet/>
      <dgm:spPr/>
      <dgm:t>
        <a:bodyPr/>
        <a:lstStyle/>
        <a:p>
          <a:endParaRPr lang="en-US"/>
        </a:p>
      </dgm:t>
    </dgm:pt>
    <dgm:pt modelId="{C65D9BA6-B4C6-4DE6-8F65-87D9D1F57C80}" type="sibTrans" cxnId="{210FA2F4-9962-4801-8732-178477D364B8}">
      <dgm:prSet/>
      <dgm:spPr/>
      <dgm:t>
        <a:bodyPr/>
        <a:lstStyle/>
        <a:p>
          <a:endParaRPr lang="en-US"/>
        </a:p>
      </dgm:t>
    </dgm:pt>
    <dgm:pt modelId="{96E05432-9F6A-464E-92F4-ADA8FE65EBDE}">
      <dgm:prSet/>
      <dgm:spPr/>
      <dgm:t>
        <a:bodyPr/>
        <a:lstStyle/>
        <a:p>
          <a:pPr>
            <a:defRPr cap="all"/>
          </a:pPr>
          <a:r>
            <a:rPr lang="en-US" b="0" i="0"/>
            <a:t>Are key variables available?</a:t>
          </a:r>
          <a:endParaRPr lang="en-US"/>
        </a:p>
      </dgm:t>
    </dgm:pt>
    <dgm:pt modelId="{84BCD8C9-C1CA-494E-A355-84947AA02C03}" type="parTrans" cxnId="{D28805BB-D12F-45AD-B62E-D9691EB69FC3}">
      <dgm:prSet/>
      <dgm:spPr/>
      <dgm:t>
        <a:bodyPr/>
        <a:lstStyle/>
        <a:p>
          <a:endParaRPr lang="en-US"/>
        </a:p>
      </dgm:t>
    </dgm:pt>
    <dgm:pt modelId="{D44A01BC-8454-4D3E-AF76-1585E469312A}" type="sibTrans" cxnId="{D28805BB-D12F-45AD-B62E-D9691EB69FC3}">
      <dgm:prSet/>
      <dgm:spPr/>
      <dgm:t>
        <a:bodyPr/>
        <a:lstStyle/>
        <a:p>
          <a:endParaRPr lang="en-US"/>
        </a:p>
      </dgm:t>
    </dgm:pt>
    <dgm:pt modelId="{6DDA54D6-D20C-44E0-AF7E-EB8790F250FC}">
      <dgm:prSet/>
      <dgm:spPr/>
      <dgm:t>
        <a:bodyPr/>
        <a:lstStyle/>
        <a:p>
          <a:pPr>
            <a:defRPr cap="all"/>
          </a:pPr>
          <a:r>
            <a:rPr lang="en-US" b="0" i="0"/>
            <a:t>Is the dataset understandable?</a:t>
          </a:r>
          <a:endParaRPr lang="en-US"/>
        </a:p>
      </dgm:t>
    </dgm:pt>
    <dgm:pt modelId="{E848F617-7481-4FE4-B944-641B68E141CC}" type="parTrans" cxnId="{89B60A11-64CE-4836-8F53-8DCFFBC5E59C}">
      <dgm:prSet/>
      <dgm:spPr/>
      <dgm:t>
        <a:bodyPr/>
        <a:lstStyle/>
        <a:p>
          <a:endParaRPr lang="en-US"/>
        </a:p>
      </dgm:t>
    </dgm:pt>
    <dgm:pt modelId="{44C71E36-42FE-4BE5-8DB4-F9FF2543DD6F}" type="sibTrans" cxnId="{89B60A11-64CE-4836-8F53-8DCFFBC5E59C}">
      <dgm:prSet/>
      <dgm:spPr/>
      <dgm:t>
        <a:bodyPr/>
        <a:lstStyle/>
        <a:p>
          <a:endParaRPr lang="en-US"/>
        </a:p>
      </dgm:t>
    </dgm:pt>
    <dgm:pt modelId="{F2E4C752-B999-434E-9EC9-1A46C6956CDA}" type="pres">
      <dgm:prSet presAssocID="{E5AF4253-25E1-4769-9C13-6734CDA8182D}" presName="root" presStyleCnt="0">
        <dgm:presLayoutVars>
          <dgm:dir/>
          <dgm:resizeHandles val="exact"/>
        </dgm:presLayoutVars>
      </dgm:prSet>
      <dgm:spPr/>
    </dgm:pt>
    <dgm:pt modelId="{BD84B557-91F0-48FB-B48E-B0C5B7099FCB}" type="pres">
      <dgm:prSet presAssocID="{8B48C0C8-F17B-4A67-854D-2D8396F492EE}" presName="compNode" presStyleCnt="0"/>
      <dgm:spPr/>
    </dgm:pt>
    <dgm:pt modelId="{E4968473-7D4F-4855-BAFE-C20D79DB7569}" type="pres">
      <dgm:prSet presAssocID="{8B48C0C8-F17B-4A67-854D-2D8396F492EE}" presName="iconBgRect" presStyleLbl="bgShp" presStyleIdx="0" presStyleCnt="3"/>
      <dgm:spPr/>
    </dgm:pt>
    <dgm:pt modelId="{1730F86E-D71F-4CEE-88F7-3526C3222D07}" type="pres">
      <dgm:prSet presAssocID="{8B48C0C8-F17B-4A67-854D-2D8396F492E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E5961FF-DF50-4EFC-9D16-0180CBB4101E}" type="pres">
      <dgm:prSet presAssocID="{8B48C0C8-F17B-4A67-854D-2D8396F492EE}" presName="spaceRect" presStyleCnt="0"/>
      <dgm:spPr/>
    </dgm:pt>
    <dgm:pt modelId="{C27D1BE0-D94C-4EF5-A040-6DD5F6892281}" type="pres">
      <dgm:prSet presAssocID="{8B48C0C8-F17B-4A67-854D-2D8396F492EE}" presName="textRect" presStyleLbl="revTx" presStyleIdx="0" presStyleCnt="3">
        <dgm:presLayoutVars>
          <dgm:chMax val="1"/>
          <dgm:chPref val="1"/>
        </dgm:presLayoutVars>
      </dgm:prSet>
      <dgm:spPr/>
    </dgm:pt>
    <dgm:pt modelId="{29F6E8AD-A18B-41E0-9264-CAA7DA94C994}" type="pres">
      <dgm:prSet presAssocID="{C65D9BA6-B4C6-4DE6-8F65-87D9D1F57C80}" presName="sibTrans" presStyleCnt="0"/>
      <dgm:spPr/>
    </dgm:pt>
    <dgm:pt modelId="{73380243-2F94-4C49-95EA-96AEF30AB9D3}" type="pres">
      <dgm:prSet presAssocID="{96E05432-9F6A-464E-92F4-ADA8FE65EBDE}" presName="compNode" presStyleCnt="0"/>
      <dgm:spPr/>
    </dgm:pt>
    <dgm:pt modelId="{EFE50C58-7717-4D41-8F0B-71C340153538}" type="pres">
      <dgm:prSet presAssocID="{96E05432-9F6A-464E-92F4-ADA8FE65EBDE}" presName="iconBgRect" presStyleLbl="bgShp" presStyleIdx="1" presStyleCnt="3"/>
      <dgm:spPr/>
    </dgm:pt>
    <dgm:pt modelId="{84CB4DB7-DC58-47CB-A32A-097455EE0FAF}" type="pres">
      <dgm:prSet presAssocID="{96E05432-9F6A-464E-92F4-ADA8FE65EBD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58B33C3B-42DD-4601-A4FC-51E05FC757E3}" type="pres">
      <dgm:prSet presAssocID="{96E05432-9F6A-464E-92F4-ADA8FE65EBDE}" presName="spaceRect" presStyleCnt="0"/>
      <dgm:spPr/>
    </dgm:pt>
    <dgm:pt modelId="{AA5F28A4-C000-456B-A63B-EFE447A3E71F}" type="pres">
      <dgm:prSet presAssocID="{96E05432-9F6A-464E-92F4-ADA8FE65EBDE}" presName="textRect" presStyleLbl="revTx" presStyleIdx="1" presStyleCnt="3">
        <dgm:presLayoutVars>
          <dgm:chMax val="1"/>
          <dgm:chPref val="1"/>
        </dgm:presLayoutVars>
      </dgm:prSet>
      <dgm:spPr/>
    </dgm:pt>
    <dgm:pt modelId="{A9CC4FA7-9EB2-48F8-AE78-D1BC2F4D6583}" type="pres">
      <dgm:prSet presAssocID="{D44A01BC-8454-4D3E-AF76-1585E469312A}" presName="sibTrans" presStyleCnt="0"/>
      <dgm:spPr/>
    </dgm:pt>
    <dgm:pt modelId="{EC49BEF5-6232-4ED1-A81C-3379B1778F13}" type="pres">
      <dgm:prSet presAssocID="{6DDA54D6-D20C-44E0-AF7E-EB8790F250FC}" presName="compNode" presStyleCnt="0"/>
      <dgm:spPr/>
    </dgm:pt>
    <dgm:pt modelId="{4990153A-F76D-416F-B895-61FBA9DF1305}" type="pres">
      <dgm:prSet presAssocID="{6DDA54D6-D20C-44E0-AF7E-EB8790F250FC}" presName="iconBgRect" presStyleLbl="bgShp" presStyleIdx="2" presStyleCnt="3"/>
      <dgm:spPr/>
    </dgm:pt>
    <dgm:pt modelId="{87664F89-8189-4FAF-940B-E66DF95B961F}" type="pres">
      <dgm:prSet presAssocID="{6DDA54D6-D20C-44E0-AF7E-EB8790F250F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C90278AA-84F9-4098-8EB3-6932C7EDDD7C}" type="pres">
      <dgm:prSet presAssocID="{6DDA54D6-D20C-44E0-AF7E-EB8790F250FC}" presName="spaceRect" presStyleCnt="0"/>
      <dgm:spPr/>
    </dgm:pt>
    <dgm:pt modelId="{8126F5EA-E678-408E-83B5-8CE5BB4D5DAF}" type="pres">
      <dgm:prSet presAssocID="{6DDA54D6-D20C-44E0-AF7E-EB8790F250F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9B60A11-64CE-4836-8F53-8DCFFBC5E59C}" srcId="{E5AF4253-25E1-4769-9C13-6734CDA8182D}" destId="{6DDA54D6-D20C-44E0-AF7E-EB8790F250FC}" srcOrd="2" destOrd="0" parTransId="{E848F617-7481-4FE4-B944-641B68E141CC}" sibTransId="{44C71E36-42FE-4BE5-8DB4-F9FF2543DD6F}"/>
    <dgm:cxn modelId="{5E34A030-1889-4E9D-990C-28792DCD85DF}" type="presOf" srcId="{E5AF4253-25E1-4769-9C13-6734CDA8182D}" destId="{F2E4C752-B999-434E-9EC9-1A46C6956CDA}" srcOrd="0" destOrd="0" presId="urn:microsoft.com/office/officeart/2018/5/layout/IconCircleLabelList"/>
    <dgm:cxn modelId="{25C81160-5239-447D-8ED3-CF12B5AAA583}" type="presOf" srcId="{6DDA54D6-D20C-44E0-AF7E-EB8790F250FC}" destId="{8126F5EA-E678-408E-83B5-8CE5BB4D5DAF}" srcOrd="0" destOrd="0" presId="urn:microsoft.com/office/officeart/2018/5/layout/IconCircleLabelList"/>
    <dgm:cxn modelId="{D370F64E-34A7-461F-BD6D-60642EB8ADE3}" type="presOf" srcId="{8B48C0C8-F17B-4A67-854D-2D8396F492EE}" destId="{C27D1BE0-D94C-4EF5-A040-6DD5F6892281}" srcOrd="0" destOrd="0" presId="urn:microsoft.com/office/officeart/2018/5/layout/IconCircleLabelList"/>
    <dgm:cxn modelId="{D28805BB-D12F-45AD-B62E-D9691EB69FC3}" srcId="{E5AF4253-25E1-4769-9C13-6734CDA8182D}" destId="{96E05432-9F6A-464E-92F4-ADA8FE65EBDE}" srcOrd="1" destOrd="0" parTransId="{84BCD8C9-C1CA-494E-A355-84947AA02C03}" sibTransId="{D44A01BC-8454-4D3E-AF76-1585E469312A}"/>
    <dgm:cxn modelId="{210FA2F4-9962-4801-8732-178477D364B8}" srcId="{E5AF4253-25E1-4769-9C13-6734CDA8182D}" destId="{8B48C0C8-F17B-4A67-854D-2D8396F492EE}" srcOrd="0" destOrd="0" parTransId="{1A3E5A81-C40A-4342-856B-A4A893C48785}" sibTransId="{C65D9BA6-B4C6-4DE6-8F65-87D9D1F57C80}"/>
    <dgm:cxn modelId="{9E6920FC-1E7A-42A2-9165-1C9D05E8BC6E}" type="presOf" srcId="{96E05432-9F6A-464E-92F4-ADA8FE65EBDE}" destId="{AA5F28A4-C000-456B-A63B-EFE447A3E71F}" srcOrd="0" destOrd="0" presId="urn:microsoft.com/office/officeart/2018/5/layout/IconCircleLabelList"/>
    <dgm:cxn modelId="{AC512655-E79F-4CAE-861E-B942363A0B8C}" type="presParOf" srcId="{F2E4C752-B999-434E-9EC9-1A46C6956CDA}" destId="{BD84B557-91F0-48FB-B48E-B0C5B7099FCB}" srcOrd="0" destOrd="0" presId="urn:microsoft.com/office/officeart/2018/5/layout/IconCircleLabelList"/>
    <dgm:cxn modelId="{95BB8936-42DE-47A1-B6C3-58C35570317D}" type="presParOf" srcId="{BD84B557-91F0-48FB-B48E-B0C5B7099FCB}" destId="{E4968473-7D4F-4855-BAFE-C20D79DB7569}" srcOrd="0" destOrd="0" presId="urn:microsoft.com/office/officeart/2018/5/layout/IconCircleLabelList"/>
    <dgm:cxn modelId="{5269FF7F-4875-4B3B-AD15-808D4CD4B2FC}" type="presParOf" srcId="{BD84B557-91F0-48FB-B48E-B0C5B7099FCB}" destId="{1730F86E-D71F-4CEE-88F7-3526C3222D07}" srcOrd="1" destOrd="0" presId="urn:microsoft.com/office/officeart/2018/5/layout/IconCircleLabelList"/>
    <dgm:cxn modelId="{F2B8A605-ED82-443D-9CEE-3E5C243A168F}" type="presParOf" srcId="{BD84B557-91F0-48FB-B48E-B0C5B7099FCB}" destId="{CE5961FF-DF50-4EFC-9D16-0180CBB4101E}" srcOrd="2" destOrd="0" presId="urn:microsoft.com/office/officeart/2018/5/layout/IconCircleLabelList"/>
    <dgm:cxn modelId="{88D4DACC-D39D-4928-8FEC-893D72DD764E}" type="presParOf" srcId="{BD84B557-91F0-48FB-B48E-B0C5B7099FCB}" destId="{C27D1BE0-D94C-4EF5-A040-6DD5F6892281}" srcOrd="3" destOrd="0" presId="urn:microsoft.com/office/officeart/2018/5/layout/IconCircleLabelList"/>
    <dgm:cxn modelId="{200EFB10-DBF3-4430-99F9-758C824A9E70}" type="presParOf" srcId="{F2E4C752-B999-434E-9EC9-1A46C6956CDA}" destId="{29F6E8AD-A18B-41E0-9264-CAA7DA94C994}" srcOrd="1" destOrd="0" presId="urn:microsoft.com/office/officeart/2018/5/layout/IconCircleLabelList"/>
    <dgm:cxn modelId="{12CF80B1-D87E-4923-A5B5-1BE14152F116}" type="presParOf" srcId="{F2E4C752-B999-434E-9EC9-1A46C6956CDA}" destId="{73380243-2F94-4C49-95EA-96AEF30AB9D3}" srcOrd="2" destOrd="0" presId="urn:microsoft.com/office/officeart/2018/5/layout/IconCircleLabelList"/>
    <dgm:cxn modelId="{8F74FBB4-0A5D-4B3D-ACC2-88DBF025F1C7}" type="presParOf" srcId="{73380243-2F94-4C49-95EA-96AEF30AB9D3}" destId="{EFE50C58-7717-4D41-8F0B-71C340153538}" srcOrd="0" destOrd="0" presId="urn:microsoft.com/office/officeart/2018/5/layout/IconCircleLabelList"/>
    <dgm:cxn modelId="{AB3F0186-402E-45D1-9AB2-C2868C667A23}" type="presParOf" srcId="{73380243-2F94-4C49-95EA-96AEF30AB9D3}" destId="{84CB4DB7-DC58-47CB-A32A-097455EE0FAF}" srcOrd="1" destOrd="0" presId="urn:microsoft.com/office/officeart/2018/5/layout/IconCircleLabelList"/>
    <dgm:cxn modelId="{2A905956-1E2C-4F57-BD31-DB30730934E0}" type="presParOf" srcId="{73380243-2F94-4C49-95EA-96AEF30AB9D3}" destId="{58B33C3B-42DD-4601-A4FC-51E05FC757E3}" srcOrd="2" destOrd="0" presId="urn:microsoft.com/office/officeart/2018/5/layout/IconCircleLabelList"/>
    <dgm:cxn modelId="{6F15D5B6-13A1-4C23-BC01-FAD61074D929}" type="presParOf" srcId="{73380243-2F94-4C49-95EA-96AEF30AB9D3}" destId="{AA5F28A4-C000-456B-A63B-EFE447A3E71F}" srcOrd="3" destOrd="0" presId="urn:microsoft.com/office/officeart/2018/5/layout/IconCircleLabelList"/>
    <dgm:cxn modelId="{C0772E08-8F14-4153-905B-106CC4ABBE65}" type="presParOf" srcId="{F2E4C752-B999-434E-9EC9-1A46C6956CDA}" destId="{A9CC4FA7-9EB2-48F8-AE78-D1BC2F4D6583}" srcOrd="3" destOrd="0" presId="urn:microsoft.com/office/officeart/2018/5/layout/IconCircleLabelList"/>
    <dgm:cxn modelId="{9C477256-54D5-4963-B366-0D8FD94D8F22}" type="presParOf" srcId="{F2E4C752-B999-434E-9EC9-1A46C6956CDA}" destId="{EC49BEF5-6232-4ED1-A81C-3379B1778F13}" srcOrd="4" destOrd="0" presId="urn:microsoft.com/office/officeart/2018/5/layout/IconCircleLabelList"/>
    <dgm:cxn modelId="{DD54D791-935B-4B17-9006-1158EABB8E55}" type="presParOf" srcId="{EC49BEF5-6232-4ED1-A81C-3379B1778F13}" destId="{4990153A-F76D-416F-B895-61FBA9DF1305}" srcOrd="0" destOrd="0" presId="urn:microsoft.com/office/officeart/2018/5/layout/IconCircleLabelList"/>
    <dgm:cxn modelId="{1E1583BF-CE5F-4416-93E5-F4582D7B8112}" type="presParOf" srcId="{EC49BEF5-6232-4ED1-A81C-3379B1778F13}" destId="{87664F89-8189-4FAF-940B-E66DF95B961F}" srcOrd="1" destOrd="0" presId="urn:microsoft.com/office/officeart/2018/5/layout/IconCircleLabelList"/>
    <dgm:cxn modelId="{B689389E-AD96-4DAB-904C-BA95C82D8467}" type="presParOf" srcId="{EC49BEF5-6232-4ED1-A81C-3379B1778F13}" destId="{C90278AA-84F9-4098-8EB3-6932C7EDDD7C}" srcOrd="2" destOrd="0" presId="urn:microsoft.com/office/officeart/2018/5/layout/IconCircleLabelList"/>
    <dgm:cxn modelId="{28B21360-FBAF-473B-BFB5-9EF46F2545CF}" type="presParOf" srcId="{EC49BEF5-6232-4ED1-A81C-3379B1778F13}" destId="{8126F5EA-E678-408E-83B5-8CE5BB4D5DA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70D7B4A-5245-4171-A458-EB257366A1BF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7AED4CF-94EE-4A2F-915B-A318BCF0B9D2}">
      <dgm:prSet/>
      <dgm:spPr/>
      <dgm:t>
        <a:bodyPr/>
        <a:lstStyle/>
        <a:p>
          <a:r>
            <a:rPr lang="en-US" b="0" i="0"/>
            <a:t>Very small datasets</a:t>
          </a:r>
          <a:endParaRPr lang="en-US"/>
        </a:p>
      </dgm:t>
    </dgm:pt>
    <dgm:pt modelId="{7AB05282-CD2F-480F-A168-E20756687D03}" type="parTrans" cxnId="{0240BD46-0EDD-4427-8A86-79A17B94CD34}">
      <dgm:prSet/>
      <dgm:spPr/>
      <dgm:t>
        <a:bodyPr/>
        <a:lstStyle/>
        <a:p>
          <a:endParaRPr lang="en-US"/>
        </a:p>
      </dgm:t>
    </dgm:pt>
    <dgm:pt modelId="{DF9A4177-E8B1-4202-BA70-3CD88CCE878E}" type="sibTrans" cxnId="{0240BD46-0EDD-4427-8A86-79A17B94CD34}">
      <dgm:prSet/>
      <dgm:spPr/>
      <dgm:t>
        <a:bodyPr/>
        <a:lstStyle/>
        <a:p>
          <a:endParaRPr lang="en-US"/>
        </a:p>
      </dgm:t>
    </dgm:pt>
    <dgm:pt modelId="{3687B839-C25F-4989-88AA-2716A923C7C7}">
      <dgm:prSet/>
      <dgm:spPr/>
      <dgm:t>
        <a:bodyPr/>
        <a:lstStyle/>
        <a:p>
          <a:r>
            <a:rPr lang="en-US" b="0" i="0"/>
            <a:t>Mostly text/images</a:t>
          </a:r>
          <a:endParaRPr lang="en-US"/>
        </a:p>
      </dgm:t>
    </dgm:pt>
    <dgm:pt modelId="{13C132A8-1E83-487B-B614-F72E1CD3D603}" type="parTrans" cxnId="{E3A5435F-6FC4-402E-93DC-635DA14FC6C6}">
      <dgm:prSet/>
      <dgm:spPr/>
      <dgm:t>
        <a:bodyPr/>
        <a:lstStyle/>
        <a:p>
          <a:endParaRPr lang="en-US"/>
        </a:p>
      </dgm:t>
    </dgm:pt>
    <dgm:pt modelId="{D132E143-D7F5-4912-8CFE-2886DDF56DE9}" type="sibTrans" cxnId="{E3A5435F-6FC4-402E-93DC-635DA14FC6C6}">
      <dgm:prSet/>
      <dgm:spPr/>
      <dgm:t>
        <a:bodyPr/>
        <a:lstStyle/>
        <a:p>
          <a:endParaRPr lang="en-US"/>
        </a:p>
      </dgm:t>
    </dgm:pt>
    <dgm:pt modelId="{F206480E-DF9A-4D30-BD3B-BAA2B73CED81}">
      <dgm:prSet/>
      <dgm:spPr/>
      <dgm:t>
        <a:bodyPr/>
        <a:lstStyle/>
        <a:p>
          <a:r>
            <a:rPr lang="en-US" b="0" i="0"/>
            <a:t>Missing key variables</a:t>
          </a:r>
          <a:endParaRPr lang="en-US"/>
        </a:p>
      </dgm:t>
    </dgm:pt>
    <dgm:pt modelId="{02D2217F-EFB5-4543-B1E7-54649F0833A6}" type="parTrans" cxnId="{9B233B64-C5F4-4ADE-9105-F804BB12B24C}">
      <dgm:prSet/>
      <dgm:spPr/>
      <dgm:t>
        <a:bodyPr/>
        <a:lstStyle/>
        <a:p>
          <a:endParaRPr lang="en-US"/>
        </a:p>
      </dgm:t>
    </dgm:pt>
    <dgm:pt modelId="{2D793BB6-3896-4CD3-89B1-F4C1C73A3F7F}" type="sibTrans" cxnId="{9B233B64-C5F4-4ADE-9105-F804BB12B24C}">
      <dgm:prSet/>
      <dgm:spPr/>
      <dgm:t>
        <a:bodyPr/>
        <a:lstStyle/>
        <a:p>
          <a:endParaRPr lang="en-US"/>
        </a:p>
      </dgm:t>
    </dgm:pt>
    <dgm:pt modelId="{2EF10A6C-7DCE-4441-AD14-E873A70B7C4F}">
      <dgm:prSet/>
      <dgm:spPr/>
      <dgm:t>
        <a:bodyPr/>
        <a:lstStyle/>
        <a:p>
          <a:r>
            <a:rPr lang="en-US" b="0" i="0"/>
            <a:t>Unclear schema</a:t>
          </a:r>
          <a:endParaRPr lang="en-US"/>
        </a:p>
      </dgm:t>
    </dgm:pt>
    <dgm:pt modelId="{B8B5F02A-189F-4B6B-B3E6-A24D0AC7595F}" type="parTrans" cxnId="{4033C45F-BA30-474C-B509-6D90B74369EA}">
      <dgm:prSet/>
      <dgm:spPr/>
      <dgm:t>
        <a:bodyPr/>
        <a:lstStyle/>
        <a:p>
          <a:endParaRPr lang="en-US"/>
        </a:p>
      </dgm:t>
    </dgm:pt>
    <dgm:pt modelId="{60C5F1F7-97D0-4CD9-9D04-914C75D11F6C}" type="sibTrans" cxnId="{4033C45F-BA30-474C-B509-6D90B74369EA}">
      <dgm:prSet/>
      <dgm:spPr/>
      <dgm:t>
        <a:bodyPr/>
        <a:lstStyle/>
        <a:p>
          <a:endParaRPr lang="en-US"/>
        </a:p>
      </dgm:t>
    </dgm:pt>
    <dgm:pt modelId="{4657A1F5-0EDC-4220-91F4-5B648BEFE523}" type="pres">
      <dgm:prSet presAssocID="{B70D7B4A-5245-4171-A458-EB257366A1BF}" presName="vert0" presStyleCnt="0">
        <dgm:presLayoutVars>
          <dgm:dir/>
          <dgm:animOne val="branch"/>
          <dgm:animLvl val="lvl"/>
        </dgm:presLayoutVars>
      </dgm:prSet>
      <dgm:spPr/>
    </dgm:pt>
    <dgm:pt modelId="{6DE261CB-0588-419F-8169-71389F3C375F}" type="pres">
      <dgm:prSet presAssocID="{97AED4CF-94EE-4A2F-915B-A318BCF0B9D2}" presName="thickLine" presStyleLbl="alignNode1" presStyleIdx="0" presStyleCnt="4"/>
      <dgm:spPr/>
    </dgm:pt>
    <dgm:pt modelId="{33308F98-3F6B-4A61-83C1-57AF306F1E7F}" type="pres">
      <dgm:prSet presAssocID="{97AED4CF-94EE-4A2F-915B-A318BCF0B9D2}" presName="horz1" presStyleCnt="0"/>
      <dgm:spPr/>
    </dgm:pt>
    <dgm:pt modelId="{532D5AD1-BBBF-49EC-9370-147394B28721}" type="pres">
      <dgm:prSet presAssocID="{97AED4CF-94EE-4A2F-915B-A318BCF0B9D2}" presName="tx1" presStyleLbl="revTx" presStyleIdx="0" presStyleCnt="4"/>
      <dgm:spPr/>
    </dgm:pt>
    <dgm:pt modelId="{24ACC163-CECA-400B-842B-DC7B9B34E174}" type="pres">
      <dgm:prSet presAssocID="{97AED4CF-94EE-4A2F-915B-A318BCF0B9D2}" presName="vert1" presStyleCnt="0"/>
      <dgm:spPr/>
    </dgm:pt>
    <dgm:pt modelId="{0089C198-36C7-44A9-B48A-5D5B8912DBEE}" type="pres">
      <dgm:prSet presAssocID="{3687B839-C25F-4989-88AA-2716A923C7C7}" presName="thickLine" presStyleLbl="alignNode1" presStyleIdx="1" presStyleCnt="4"/>
      <dgm:spPr/>
    </dgm:pt>
    <dgm:pt modelId="{742EE3C8-3D3A-4C5D-8CD0-B952D90745C6}" type="pres">
      <dgm:prSet presAssocID="{3687B839-C25F-4989-88AA-2716A923C7C7}" presName="horz1" presStyleCnt="0"/>
      <dgm:spPr/>
    </dgm:pt>
    <dgm:pt modelId="{0F245F81-B928-4993-953B-3B3D1DA48859}" type="pres">
      <dgm:prSet presAssocID="{3687B839-C25F-4989-88AA-2716A923C7C7}" presName="tx1" presStyleLbl="revTx" presStyleIdx="1" presStyleCnt="4"/>
      <dgm:spPr/>
    </dgm:pt>
    <dgm:pt modelId="{6748323C-1BA6-4C7A-9924-CC721E591170}" type="pres">
      <dgm:prSet presAssocID="{3687B839-C25F-4989-88AA-2716A923C7C7}" presName="vert1" presStyleCnt="0"/>
      <dgm:spPr/>
    </dgm:pt>
    <dgm:pt modelId="{36887370-E62B-465F-8866-E8C6127406C9}" type="pres">
      <dgm:prSet presAssocID="{F206480E-DF9A-4D30-BD3B-BAA2B73CED81}" presName="thickLine" presStyleLbl="alignNode1" presStyleIdx="2" presStyleCnt="4"/>
      <dgm:spPr/>
    </dgm:pt>
    <dgm:pt modelId="{BDFF6649-16F0-4014-B720-A5BACFEE389A}" type="pres">
      <dgm:prSet presAssocID="{F206480E-DF9A-4D30-BD3B-BAA2B73CED81}" presName="horz1" presStyleCnt="0"/>
      <dgm:spPr/>
    </dgm:pt>
    <dgm:pt modelId="{758B6BC8-BFC2-4A98-9144-785B3C3AFD77}" type="pres">
      <dgm:prSet presAssocID="{F206480E-DF9A-4D30-BD3B-BAA2B73CED81}" presName="tx1" presStyleLbl="revTx" presStyleIdx="2" presStyleCnt="4"/>
      <dgm:spPr/>
    </dgm:pt>
    <dgm:pt modelId="{552CD828-0BCE-4E36-9B9E-D052960E0DD8}" type="pres">
      <dgm:prSet presAssocID="{F206480E-DF9A-4D30-BD3B-BAA2B73CED81}" presName="vert1" presStyleCnt="0"/>
      <dgm:spPr/>
    </dgm:pt>
    <dgm:pt modelId="{2E534D6C-359D-4170-98FF-7399EC55610A}" type="pres">
      <dgm:prSet presAssocID="{2EF10A6C-7DCE-4441-AD14-E873A70B7C4F}" presName="thickLine" presStyleLbl="alignNode1" presStyleIdx="3" presStyleCnt="4"/>
      <dgm:spPr/>
    </dgm:pt>
    <dgm:pt modelId="{4C718BE1-946B-4E80-91B2-FC55EB759FB4}" type="pres">
      <dgm:prSet presAssocID="{2EF10A6C-7DCE-4441-AD14-E873A70B7C4F}" presName="horz1" presStyleCnt="0"/>
      <dgm:spPr/>
    </dgm:pt>
    <dgm:pt modelId="{2858DCD5-84FF-40FD-9CEE-92890F1875F1}" type="pres">
      <dgm:prSet presAssocID="{2EF10A6C-7DCE-4441-AD14-E873A70B7C4F}" presName="tx1" presStyleLbl="revTx" presStyleIdx="3" presStyleCnt="4"/>
      <dgm:spPr/>
    </dgm:pt>
    <dgm:pt modelId="{08871AAB-1608-42D2-926E-AC9371BAAC31}" type="pres">
      <dgm:prSet presAssocID="{2EF10A6C-7DCE-4441-AD14-E873A70B7C4F}" presName="vert1" presStyleCnt="0"/>
      <dgm:spPr/>
    </dgm:pt>
  </dgm:ptLst>
  <dgm:cxnLst>
    <dgm:cxn modelId="{E3A5435F-6FC4-402E-93DC-635DA14FC6C6}" srcId="{B70D7B4A-5245-4171-A458-EB257366A1BF}" destId="{3687B839-C25F-4989-88AA-2716A923C7C7}" srcOrd="1" destOrd="0" parTransId="{13C132A8-1E83-487B-B614-F72E1CD3D603}" sibTransId="{D132E143-D7F5-4912-8CFE-2886DDF56DE9}"/>
    <dgm:cxn modelId="{4033C45F-BA30-474C-B509-6D90B74369EA}" srcId="{B70D7B4A-5245-4171-A458-EB257366A1BF}" destId="{2EF10A6C-7DCE-4441-AD14-E873A70B7C4F}" srcOrd="3" destOrd="0" parTransId="{B8B5F02A-189F-4B6B-B3E6-A24D0AC7595F}" sibTransId="{60C5F1F7-97D0-4CD9-9D04-914C75D11F6C}"/>
    <dgm:cxn modelId="{F988A941-8589-4ED0-AFE8-4E1F9441E613}" type="presOf" srcId="{2EF10A6C-7DCE-4441-AD14-E873A70B7C4F}" destId="{2858DCD5-84FF-40FD-9CEE-92890F1875F1}" srcOrd="0" destOrd="0" presId="urn:microsoft.com/office/officeart/2008/layout/LinedList"/>
    <dgm:cxn modelId="{9B233B64-C5F4-4ADE-9105-F804BB12B24C}" srcId="{B70D7B4A-5245-4171-A458-EB257366A1BF}" destId="{F206480E-DF9A-4D30-BD3B-BAA2B73CED81}" srcOrd="2" destOrd="0" parTransId="{02D2217F-EFB5-4543-B1E7-54649F0833A6}" sibTransId="{2D793BB6-3896-4CD3-89B1-F4C1C73A3F7F}"/>
    <dgm:cxn modelId="{0240BD46-0EDD-4427-8A86-79A17B94CD34}" srcId="{B70D7B4A-5245-4171-A458-EB257366A1BF}" destId="{97AED4CF-94EE-4A2F-915B-A318BCF0B9D2}" srcOrd="0" destOrd="0" parTransId="{7AB05282-CD2F-480F-A168-E20756687D03}" sibTransId="{DF9A4177-E8B1-4202-BA70-3CD88CCE878E}"/>
    <dgm:cxn modelId="{15DA4A52-3DE5-4E8F-9189-9C64C71BC1BF}" type="presOf" srcId="{B70D7B4A-5245-4171-A458-EB257366A1BF}" destId="{4657A1F5-0EDC-4220-91F4-5B648BEFE523}" srcOrd="0" destOrd="0" presId="urn:microsoft.com/office/officeart/2008/layout/LinedList"/>
    <dgm:cxn modelId="{D9AF6388-D552-430B-BBCA-947B6E77187F}" type="presOf" srcId="{97AED4CF-94EE-4A2F-915B-A318BCF0B9D2}" destId="{532D5AD1-BBBF-49EC-9370-147394B28721}" srcOrd="0" destOrd="0" presId="urn:microsoft.com/office/officeart/2008/layout/LinedList"/>
    <dgm:cxn modelId="{0515BCDF-F911-4A68-A91D-70186F7B8AA4}" type="presOf" srcId="{3687B839-C25F-4989-88AA-2716A923C7C7}" destId="{0F245F81-B928-4993-953B-3B3D1DA48859}" srcOrd="0" destOrd="0" presId="urn:microsoft.com/office/officeart/2008/layout/LinedList"/>
    <dgm:cxn modelId="{1F3802FB-844B-494F-ACDC-6BCE0088D699}" type="presOf" srcId="{F206480E-DF9A-4D30-BD3B-BAA2B73CED81}" destId="{758B6BC8-BFC2-4A98-9144-785B3C3AFD77}" srcOrd="0" destOrd="0" presId="urn:microsoft.com/office/officeart/2008/layout/LinedList"/>
    <dgm:cxn modelId="{74D5B297-0183-4C82-A120-D0EB276A0488}" type="presParOf" srcId="{4657A1F5-0EDC-4220-91F4-5B648BEFE523}" destId="{6DE261CB-0588-419F-8169-71389F3C375F}" srcOrd="0" destOrd="0" presId="urn:microsoft.com/office/officeart/2008/layout/LinedList"/>
    <dgm:cxn modelId="{DEB060FD-E133-44B9-B3C7-585B87ED740E}" type="presParOf" srcId="{4657A1F5-0EDC-4220-91F4-5B648BEFE523}" destId="{33308F98-3F6B-4A61-83C1-57AF306F1E7F}" srcOrd="1" destOrd="0" presId="urn:microsoft.com/office/officeart/2008/layout/LinedList"/>
    <dgm:cxn modelId="{A95278FC-F8BB-453B-856E-68BC5B69EE48}" type="presParOf" srcId="{33308F98-3F6B-4A61-83C1-57AF306F1E7F}" destId="{532D5AD1-BBBF-49EC-9370-147394B28721}" srcOrd="0" destOrd="0" presId="urn:microsoft.com/office/officeart/2008/layout/LinedList"/>
    <dgm:cxn modelId="{5BD94C94-94BA-4ECB-A5D8-847315124F6B}" type="presParOf" srcId="{33308F98-3F6B-4A61-83C1-57AF306F1E7F}" destId="{24ACC163-CECA-400B-842B-DC7B9B34E174}" srcOrd="1" destOrd="0" presId="urn:microsoft.com/office/officeart/2008/layout/LinedList"/>
    <dgm:cxn modelId="{5DD566FB-44D8-4441-B275-6FB41E4A11B1}" type="presParOf" srcId="{4657A1F5-0EDC-4220-91F4-5B648BEFE523}" destId="{0089C198-36C7-44A9-B48A-5D5B8912DBEE}" srcOrd="2" destOrd="0" presId="urn:microsoft.com/office/officeart/2008/layout/LinedList"/>
    <dgm:cxn modelId="{E9903B82-A944-4FD0-9CEB-930CBB14205C}" type="presParOf" srcId="{4657A1F5-0EDC-4220-91F4-5B648BEFE523}" destId="{742EE3C8-3D3A-4C5D-8CD0-B952D90745C6}" srcOrd="3" destOrd="0" presId="urn:microsoft.com/office/officeart/2008/layout/LinedList"/>
    <dgm:cxn modelId="{683D9719-5163-4FD5-A9AA-94198249377A}" type="presParOf" srcId="{742EE3C8-3D3A-4C5D-8CD0-B952D90745C6}" destId="{0F245F81-B928-4993-953B-3B3D1DA48859}" srcOrd="0" destOrd="0" presId="urn:microsoft.com/office/officeart/2008/layout/LinedList"/>
    <dgm:cxn modelId="{75A48CB8-881E-48F5-9D5D-499CE2001BE4}" type="presParOf" srcId="{742EE3C8-3D3A-4C5D-8CD0-B952D90745C6}" destId="{6748323C-1BA6-4C7A-9924-CC721E591170}" srcOrd="1" destOrd="0" presId="urn:microsoft.com/office/officeart/2008/layout/LinedList"/>
    <dgm:cxn modelId="{1B642615-D107-453D-8A72-68AB46575C1B}" type="presParOf" srcId="{4657A1F5-0EDC-4220-91F4-5B648BEFE523}" destId="{36887370-E62B-465F-8866-E8C6127406C9}" srcOrd="4" destOrd="0" presId="urn:microsoft.com/office/officeart/2008/layout/LinedList"/>
    <dgm:cxn modelId="{CE4A2FE0-E791-4D19-AC9B-4604A21249EB}" type="presParOf" srcId="{4657A1F5-0EDC-4220-91F4-5B648BEFE523}" destId="{BDFF6649-16F0-4014-B720-A5BACFEE389A}" srcOrd="5" destOrd="0" presId="urn:microsoft.com/office/officeart/2008/layout/LinedList"/>
    <dgm:cxn modelId="{906464C4-C570-495B-92A6-5055986DDF62}" type="presParOf" srcId="{BDFF6649-16F0-4014-B720-A5BACFEE389A}" destId="{758B6BC8-BFC2-4A98-9144-785B3C3AFD77}" srcOrd="0" destOrd="0" presId="urn:microsoft.com/office/officeart/2008/layout/LinedList"/>
    <dgm:cxn modelId="{8991774E-EEE7-455D-863A-1349B39E44C2}" type="presParOf" srcId="{BDFF6649-16F0-4014-B720-A5BACFEE389A}" destId="{552CD828-0BCE-4E36-9B9E-D052960E0DD8}" srcOrd="1" destOrd="0" presId="urn:microsoft.com/office/officeart/2008/layout/LinedList"/>
    <dgm:cxn modelId="{F1C3AF6D-9010-415C-84C8-D65F1AE3AE0A}" type="presParOf" srcId="{4657A1F5-0EDC-4220-91F4-5B648BEFE523}" destId="{2E534D6C-359D-4170-98FF-7399EC55610A}" srcOrd="6" destOrd="0" presId="urn:microsoft.com/office/officeart/2008/layout/LinedList"/>
    <dgm:cxn modelId="{D778422C-E236-438D-AF82-446E772AEC74}" type="presParOf" srcId="{4657A1F5-0EDC-4220-91F4-5B648BEFE523}" destId="{4C718BE1-946B-4E80-91B2-FC55EB759FB4}" srcOrd="7" destOrd="0" presId="urn:microsoft.com/office/officeart/2008/layout/LinedList"/>
    <dgm:cxn modelId="{658E9E31-746D-47DB-9C2E-1F02A49B56BD}" type="presParOf" srcId="{4C718BE1-946B-4E80-91B2-FC55EB759FB4}" destId="{2858DCD5-84FF-40FD-9CEE-92890F1875F1}" srcOrd="0" destOrd="0" presId="urn:microsoft.com/office/officeart/2008/layout/LinedList"/>
    <dgm:cxn modelId="{750BCB06-DB1D-4BD4-AB83-3E7896648B0F}" type="presParOf" srcId="{4C718BE1-946B-4E80-91B2-FC55EB759FB4}" destId="{08871AAB-1608-42D2-926E-AC9371BAAC3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A792A1D-8B0D-47FD-BB63-5A069BD772F9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91FD230E-C275-4D1D-9E90-38EFEEF55438}">
      <dgm:prSet/>
      <dgm:spPr/>
      <dgm:t>
        <a:bodyPr/>
        <a:lstStyle/>
        <a:p>
          <a:pPr>
            <a:defRPr cap="all"/>
          </a:pPr>
          <a:r>
            <a:rPr lang="en-US" b="0" i="0"/>
            <a:t>Descriptive – what happened</a:t>
          </a:r>
          <a:endParaRPr lang="en-US"/>
        </a:p>
      </dgm:t>
    </dgm:pt>
    <dgm:pt modelId="{EEE8B9BB-EA30-4C76-ABB5-A1D551477E39}" type="parTrans" cxnId="{C05EA45E-C192-47E3-B8F6-774135E831A4}">
      <dgm:prSet/>
      <dgm:spPr/>
      <dgm:t>
        <a:bodyPr/>
        <a:lstStyle/>
        <a:p>
          <a:endParaRPr lang="en-US"/>
        </a:p>
      </dgm:t>
    </dgm:pt>
    <dgm:pt modelId="{D71D5F99-9226-4AC2-82DC-310BD90DE5D7}" type="sibTrans" cxnId="{C05EA45E-C192-47E3-B8F6-774135E831A4}">
      <dgm:prSet/>
      <dgm:spPr/>
      <dgm:t>
        <a:bodyPr/>
        <a:lstStyle/>
        <a:p>
          <a:endParaRPr lang="en-US"/>
        </a:p>
      </dgm:t>
    </dgm:pt>
    <dgm:pt modelId="{F2C7BC94-B599-40FC-BD6E-94D2EA2FD10E}">
      <dgm:prSet/>
      <dgm:spPr/>
      <dgm:t>
        <a:bodyPr/>
        <a:lstStyle/>
        <a:p>
          <a:pPr>
            <a:defRPr cap="all"/>
          </a:pPr>
          <a:r>
            <a:rPr lang="en-US" b="0" i="0"/>
            <a:t>Diagnostic – why it happened</a:t>
          </a:r>
          <a:endParaRPr lang="en-US"/>
        </a:p>
      </dgm:t>
    </dgm:pt>
    <dgm:pt modelId="{D5AFC9C7-6B5E-4047-BABF-8EF7794E2E5E}" type="parTrans" cxnId="{901B57E1-0B4A-47BE-BBDD-7BE8506D422F}">
      <dgm:prSet/>
      <dgm:spPr/>
      <dgm:t>
        <a:bodyPr/>
        <a:lstStyle/>
        <a:p>
          <a:endParaRPr lang="en-US"/>
        </a:p>
      </dgm:t>
    </dgm:pt>
    <dgm:pt modelId="{5180761F-39DE-4F71-8C7F-03BB820DD189}" type="sibTrans" cxnId="{901B57E1-0B4A-47BE-BBDD-7BE8506D422F}">
      <dgm:prSet/>
      <dgm:spPr/>
      <dgm:t>
        <a:bodyPr/>
        <a:lstStyle/>
        <a:p>
          <a:endParaRPr lang="en-US"/>
        </a:p>
      </dgm:t>
    </dgm:pt>
    <dgm:pt modelId="{EBFC9A93-3943-4CBE-8E09-E78FACBE8AFC}">
      <dgm:prSet/>
      <dgm:spPr/>
      <dgm:t>
        <a:bodyPr/>
        <a:lstStyle/>
        <a:p>
          <a:pPr>
            <a:defRPr cap="all"/>
          </a:pPr>
          <a:r>
            <a:rPr lang="en-US" b="0" i="0"/>
            <a:t>Predictive – what will happen</a:t>
          </a:r>
          <a:endParaRPr lang="en-US"/>
        </a:p>
      </dgm:t>
    </dgm:pt>
    <dgm:pt modelId="{BC37FAF2-DDB1-46A1-A990-F16EED7F4FB5}" type="parTrans" cxnId="{866F51DD-BEA7-4458-AD24-E7CE04F3F37C}">
      <dgm:prSet/>
      <dgm:spPr/>
      <dgm:t>
        <a:bodyPr/>
        <a:lstStyle/>
        <a:p>
          <a:endParaRPr lang="en-US"/>
        </a:p>
      </dgm:t>
    </dgm:pt>
    <dgm:pt modelId="{46FC8121-F949-44D8-A71D-A5BD96E17672}" type="sibTrans" cxnId="{866F51DD-BEA7-4458-AD24-E7CE04F3F37C}">
      <dgm:prSet/>
      <dgm:spPr/>
      <dgm:t>
        <a:bodyPr/>
        <a:lstStyle/>
        <a:p>
          <a:endParaRPr lang="en-US"/>
        </a:p>
      </dgm:t>
    </dgm:pt>
    <dgm:pt modelId="{3A5ABF37-09CE-4784-AFF6-ED8AD21D813B}">
      <dgm:prSet/>
      <dgm:spPr/>
      <dgm:t>
        <a:bodyPr/>
        <a:lstStyle/>
        <a:p>
          <a:pPr>
            <a:defRPr cap="all"/>
          </a:pPr>
          <a:r>
            <a:rPr lang="en-US" b="0" i="0"/>
            <a:t>Prescriptive – what should be done</a:t>
          </a:r>
          <a:endParaRPr lang="en-US"/>
        </a:p>
      </dgm:t>
    </dgm:pt>
    <dgm:pt modelId="{9F560012-C855-4248-91F0-2D49C42A2E63}" type="parTrans" cxnId="{E94C3D14-A509-4CEE-807A-29F92D778E57}">
      <dgm:prSet/>
      <dgm:spPr/>
      <dgm:t>
        <a:bodyPr/>
        <a:lstStyle/>
        <a:p>
          <a:endParaRPr lang="en-US"/>
        </a:p>
      </dgm:t>
    </dgm:pt>
    <dgm:pt modelId="{C6149928-C2D4-4732-9BD5-692835389ED9}" type="sibTrans" cxnId="{E94C3D14-A509-4CEE-807A-29F92D778E57}">
      <dgm:prSet/>
      <dgm:spPr/>
      <dgm:t>
        <a:bodyPr/>
        <a:lstStyle/>
        <a:p>
          <a:endParaRPr lang="en-US"/>
        </a:p>
      </dgm:t>
    </dgm:pt>
    <dgm:pt modelId="{AE3A7E36-FD09-4BC4-B97F-5FAC6A1B0368}" type="pres">
      <dgm:prSet presAssocID="{6A792A1D-8B0D-47FD-BB63-5A069BD772F9}" presName="root" presStyleCnt="0">
        <dgm:presLayoutVars>
          <dgm:dir/>
          <dgm:resizeHandles val="exact"/>
        </dgm:presLayoutVars>
      </dgm:prSet>
      <dgm:spPr/>
    </dgm:pt>
    <dgm:pt modelId="{32B0820A-7714-4E4A-AEF3-81EE27DDB819}" type="pres">
      <dgm:prSet presAssocID="{91FD230E-C275-4D1D-9E90-38EFEEF55438}" presName="compNode" presStyleCnt="0"/>
      <dgm:spPr/>
    </dgm:pt>
    <dgm:pt modelId="{64C52F87-0BDB-4164-9D82-4CAB19B62DEC}" type="pres">
      <dgm:prSet presAssocID="{91FD230E-C275-4D1D-9E90-38EFEEF55438}" presName="iconBgRect" presStyleLbl="bgShp" presStyleIdx="0" presStyleCnt="4"/>
      <dgm:spPr/>
    </dgm:pt>
    <dgm:pt modelId="{6CA275D4-C85B-4927-B4C5-2C0D8924E9F0}" type="pres">
      <dgm:prSet presAssocID="{91FD230E-C275-4D1D-9E90-38EFEEF5543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F7547C97-E283-4240-BC78-8FC5A7934D6C}" type="pres">
      <dgm:prSet presAssocID="{91FD230E-C275-4D1D-9E90-38EFEEF55438}" presName="spaceRect" presStyleCnt="0"/>
      <dgm:spPr/>
    </dgm:pt>
    <dgm:pt modelId="{CA7C5AEE-78C3-43D8-9088-5F5415E13356}" type="pres">
      <dgm:prSet presAssocID="{91FD230E-C275-4D1D-9E90-38EFEEF55438}" presName="textRect" presStyleLbl="revTx" presStyleIdx="0" presStyleCnt="4">
        <dgm:presLayoutVars>
          <dgm:chMax val="1"/>
          <dgm:chPref val="1"/>
        </dgm:presLayoutVars>
      </dgm:prSet>
      <dgm:spPr/>
    </dgm:pt>
    <dgm:pt modelId="{0EC898BF-28F7-456D-A896-85AD86D653CE}" type="pres">
      <dgm:prSet presAssocID="{D71D5F99-9226-4AC2-82DC-310BD90DE5D7}" presName="sibTrans" presStyleCnt="0"/>
      <dgm:spPr/>
    </dgm:pt>
    <dgm:pt modelId="{B15D7EB0-9A31-46CF-AF76-591BA5C5BDB8}" type="pres">
      <dgm:prSet presAssocID="{F2C7BC94-B599-40FC-BD6E-94D2EA2FD10E}" presName="compNode" presStyleCnt="0"/>
      <dgm:spPr/>
    </dgm:pt>
    <dgm:pt modelId="{5FFAF9FF-2CF2-443B-B45F-78275F0BA3C1}" type="pres">
      <dgm:prSet presAssocID="{F2C7BC94-B599-40FC-BD6E-94D2EA2FD10E}" presName="iconBgRect" presStyleLbl="bgShp" presStyleIdx="1" presStyleCnt="4"/>
      <dgm:spPr/>
    </dgm:pt>
    <dgm:pt modelId="{9E2013D3-493C-445F-9E5D-49C96EE7EE12}" type="pres">
      <dgm:prSet presAssocID="{F2C7BC94-B599-40FC-BD6E-94D2EA2FD10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A9530ADD-B10B-47F6-BC55-7283E6EB0C79}" type="pres">
      <dgm:prSet presAssocID="{F2C7BC94-B599-40FC-BD6E-94D2EA2FD10E}" presName="spaceRect" presStyleCnt="0"/>
      <dgm:spPr/>
    </dgm:pt>
    <dgm:pt modelId="{904810AE-3111-4567-8B35-5B1EE0DCB528}" type="pres">
      <dgm:prSet presAssocID="{F2C7BC94-B599-40FC-BD6E-94D2EA2FD10E}" presName="textRect" presStyleLbl="revTx" presStyleIdx="1" presStyleCnt="4">
        <dgm:presLayoutVars>
          <dgm:chMax val="1"/>
          <dgm:chPref val="1"/>
        </dgm:presLayoutVars>
      </dgm:prSet>
      <dgm:spPr/>
    </dgm:pt>
    <dgm:pt modelId="{98CE9C6F-D70D-4887-AAA7-9212E4411CF1}" type="pres">
      <dgm:prSet presAssocID="{5180761F-39DE-4F71-8C7F-03BB820DD189}" presName="sibTrans" presStyleCnt="0"/>
      <dgm:spPr/>
    </dgm:pt>
    <dgm:pt modelId="{3FDF6489-EA7D-4E91-BFCE-EAC883007219}" type="pres">
      <dgm:prSet presAssocID="{EBFC9A93-3943-4CBE-8E09-E78FACBE8AFC}" presName="compNode" presStyleCnt="0"/>
      <dgm:spPr/>
    </dgm:pt>
    <dgm:pt modelId="{ED380A07-AFCA-4903-BAC8-EAFAC3AF0DFA}" type="pres">
      <dgm:prSet presAssocID="{EBFC9A93-3943-4CBE-8E09-E78FACBE8AFC}" presName="iconBgRect" presStyleLbl="bgShp" presStyleIdx="2" presStyleCnt="4"/>
      <dgm:spPr/>
    </dgm:pt>
    <dgm:pt modelId="{553BD933-B7BF-45AB-9856-23A35C9AB046}" type="pres">
      <dgm:prSet presAssocID="{EBFC9A93-3943-4CBE-8E09-E78FACBE8AF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C82FC6ED-0DA6-410D-8279-44E2C7BDF913}" type="pres">
      <dgm:prSet presAssocID="{EBFC9A93-3943-4CBE-8E09-E78FACBE8AFC}" presName="spaceRect" presStyleCnt="0"/>
      <dgm:spPr/>
    </dgm:pt>
    <dgm:pt modelId="{CE1CC2D3-482C-4267-B681-05E33AEFBAE6}" type="pres">
      <dgm:prSet presAssocID="{EBFC9A93-3943-4CBE-8E09-E78FACBE8AFC}" presName="textRect" presStyleLbl="revTx" presStyleIdx="2" presStyleCnt="4">
        <dgm:presLayoutVars>
          <dgm:chMax val="1"/>
          <dgm:chPref val="1"/>
        </dgm:presLayoutVars>
      </dgm:prSet>
      <dgm:spPr/>
    </dgm:pt>
    <dgm:pt modelId="{ECD805AB-D51F-4881-9743-B4FB6FCDA5A0}" type="pres">
      <dgm:prSet presAssocID="{46FC8121-F949-44D8-A71D-A5BD96E17672}" presName="sibTrans" presStyleCnt="0"/>
      <dgm:spPr/>
    </dgm:pt>
    <dgm:pt modelId="{612B70B8-253B-4F10-B012-16853479BA75}" type="pres">
      <dgm:prSet presAssocID="{3A5ABF37-09CE-4784-AFF6-ED8AD21D813B}" presName="compNode" presStyleCnt="0"/>
      <dgm:spPr/>
    </dgm:pt>
    <dgm:pt modelId="{6F090D32-AFAC-4A05-B8DD-7276037D297F}" type="pres">
      <dgm:prSet presAssocID="{3A5ABF37-09CE-4784-AFF6-ED8AD21D813B}" presName="iconBgRect" presStyleLbl="bgShp" presStyleIdx="3" presStyleCnt="4"/>
      <dgm:spPr/>
    </dgm:pt>
    <dgm:pt modelId="{2E9CE832-B3EA-4521-8CA6-63F24C7029FC}" type="pres">
      <dgm:prSet presAssocID="{3A5ABF37-09CE-4784-AFF6-ED8AD21D813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ng Tools"/>
        </a:ext>
      </dgm:extLst>
    </dgm:pt>
    <dgm:pt modelId="{1C301461-C424-4583-9D13-7C1B94D4DAC6}" type="pres">
      <dgm:prSet presAssocID="{3A5ABF37-09CE-4784-AFF6-ED8AD21D813B}" presName="spaceRect" presStyleCnt="0"/>
      <dgm:spPr/>
    </dgm:pt>
    <dgm:pt modelId="{C97CD22D-240D-422F-AF72-57CBFBB65CA5}" type="pres">
      <dgm:prSet presAssocID="{3A5ABF37-09CE-4784-AFF6-ED8AD21D813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6ACC001-69B6-416A-9B9B-87E27FDEDF1E}" type="presOf" srcId="{6A792A1D-8B0D-47FD-BB63-5A069BD772F9}" destId="{AE3A7E36-FD09-4BC4-B97F-5FAC6A1B0368}" srcOrd="0" destOrd="0" presId="urn:microsoft.com/office/officeart/2018/5/layout/IconCircleLabelList"/>
    <dgm:cxn modelId="{7F337010-AF29-4C02-B305-F86B729374A1}" type="presOf" srcId="{91FD230E-C275-4D1D-9E90-38EFEEF55438}" destId="{CA7C5AEE-78C3-43D8-9088-5F5415E13356}" srcOrd="0" destOrd="0" presId="urn:microsoft.com/office/officeart/2018/5/layout/IconCircleLabelList"/>
    <dgm:cxn modelId="{E94C3D14-A509-4CEE-807A-29F92D778E57}" srcId="{6A792A1D-8B0D-47FD-BB63-5A069BD772F9}" destId="{3A5ABF37-09CE-4784-AFF6-ED8AD21D813B}" srcOrd="3" destOrd="0" parTransId="{9F560012-C855-4248-91F0-2D49C42A2E63}" sibTransId="{C6149928-C2D4-4732-9BD5-692835389ED9}"/>
    <dgm:cxn modelId="{C05EA45E-C192-47E3-B8F6-774135E831A4}" srcId="{6A792A1D-8B0D-47FD-BB63-5A069BD772F9}" destId="{91FD230E-C275-4D1D-9E90-38EFEEF55438}" srcOrd="0" destOrd="0" parTransId="{EEE8B9BB-EA30-4C76-ABB5-A1D551477E39}" sibTransId="{D71D5F99-9226-4AC2-82DC-310BD90DE5D7}"/>
    <dgm:cxn modelId="{D71DCFAA-0F97-4FAE-8446-BE58CF46ECD5}" type="presOf" srcId="{F2C7BC94-B599-40FC-BD6E-94D2EA2FD10E}" destId="{904810AE-3111-4567-8B35-5B1EE0DCB528}" srcOrd="0" destOrd="0" presId="urn:microsoft.com/office/officeart/2018/5/layout/IconCircleLabelList"/>
    <dgm:cxn modelId="{216E9EBF-79B4-444F-8EAE-43BFFC48A34F}" type="presOf" srcId="{EBFC9A93-3943-4CBE-8E09-E78FACBE8AFC}" destId="{CE1CC2D3-482C-4267-B681-05E33AEFBAE6}" srcOrd="0" destOrd="0" presId="urn:microsoft.com/office/officeart/2018/5/layout/IconCircleLabelList"/>
    <dgm:cxn modelId="{B98CAFBF-39CE-4DF4-90C2-6DBC18E967B7}" type="presOf" srcId="{3A5ABF37-09CE-4784-AFF6-ED8AD21D813B}" destId="{C97CD22D-240D-422F-AF72-57CBFBB65CA5}" srcOrd="0" destOrd="0" presId="urn:microsoft.com/office/officeart/2018/5/layout/IconCircleLabelList"/>
    <dgm:cxn modelId="{866F51DD-BEA7-4458-AD24-E7CE04F3F37C}" srcId="{6A792A1D-8B0D-47FD-BB63-5A069BD772F9}" destId="{EBFC9A93-3943-4CBE-8E09-E78FACBE8AFC}" srcOrd="2" destOrd="0" parTransId="{BC37FAF2-DDB1-46A1-A990-F16EED7F4FB5}" sibTransId="{46FC8121-F949-44D8-A71D-A5BD96E17672}"/>
    <dgm:cxn modelId="{901B57E1-0B4A-47BE-BBDD-7BE8506D422F}" srcId="{6A792A1D-8B0D-47FD-BB63-5A069BD772F9}" destId="{F2C7BC94-B599-40FC-BD6E-94D2EA2FD10E}" srcOrd="1" destOrd="0" parTransId="{D5AFC9C7-6B5E-4047-BABF-8EF7794E2E5E}" sibTransId="{5180761F-39DE-4F71-8C7F-03BB820DD189}"/>
    <dgm:cxn modelId="{C622E007-0548-434E-8D95-814ED816509D}" type="presParOf" srcId="{AE3A7E36-FD09-4BC4-B97F-5FAC6A1B0368}" destId="{32B0820A-7714-4E4A-AEF3-81EE27DDB819}" srcOrd="0" destOrd="0" presId="urn:microsoft.com/office/officeart/2018/5/layout/IconCircleLabelList"/>
    <dgm:cxn modelId="{CECD2D46-31CF-4DCA-88B1-722ABEDEC9B9}" type="presParOf" srcId="{32B0820A-7714-4E4A-AEF3-81EE27DDB819}" destId="{64C52F87-0BDB-4164-9D82-4CAB19B62DEC}" srcOrd="0" destOrd="0" presId="urn:microsoft.com/office/officeart/2018/5/layout/IconCircleLabelList"/>
    <dgm:cxn modelId="{E6DE14CB-7829-485C-9BA9-950DDBD06DD9}" type="presParOf" srcId="{32B0820A-7714-4E4A-AEF3-81EE27DDB819}" destId="{6CA275D4-C85B-4927-B4C5-2C0D8924E9F0}" srcOrd="1" destOrd="0" presId="urn:microsoft.com/office/officeart/2018/5/layout/IconCircleLabelList"/>
    <dgm:cxn modelId="{19616548-6D33-4321-B014-E2F8F973C14B}" type="presParOf" srcId="{32B0820A-7714-4E4A-AEF3-81EE27DDB819}" destId="{F7547C97-E283-4240-BC78-8FC5A7934D6C}" srcOrd="2" destOrd="0" presId="urn:microsoft.com/office/officeart/2018/5/layout/IconCircleLabelList"/>
    <dgm:cxn modelId="{E524A8F0-A1D9-4477-B379-0EF05CEF9F37}" type="presParOf" srcId="{32B0820A-7714-4E4A-AEF3-81EE27DDB819}" destId="{CA7C5AEE-78C3-43D8-9088-5F5415E13356}" srcOrd="3" destOrd="0" presId="urn:microsoft.com/office/officeart/2018/5/layout/IconCircleLabelList"/>
    <dgm:cxn modelId="{276639A6-F147-4F2B-95AC-7852AE3A3673}" type="presParOf" srcId="{AE3A7E36-FD09-4BC4-B97F-5FAC6A1B0368}" destId="{0EC898BF-28F7-456D-A896-85AD86D653CE}" srcOrd="1" destOrd="0" presId="urn:microsoft.com/office/officeart/2018/5/layout/IconCircleLabelList"/>
    <dgm:cxn modelId="{89652B7B-0DE2-4E05-824D-545EE0B596DC}" type="presParOf" srcId="{AE3A7E36-FD09-4BC4-B97F-5FAC6A1B0368}" destId="{B15D7EB0-9A31-46CF-AF76-591BA5C5BDB8}" srcOrd="2" destOrd="0" presId="urn:microsoft.com/office/officeart/2018/5/layout/IconCircleLabelList"/>
    <dgm:cxn modelId="{56D8AB48-99FD-43C8-82E0-88F10E5A9CBD}" type="presParOf" srcId="{B15D7EB0-9A31-46CF-AF76-591BA5C5BDB8}" destId="{5FFAF9FF-2CF2-443B-B45F-78275F0BA3C1}" srcOrd="0" destOrd="0" presId="urn:microsoft.com/office/officeart/2018/5/layout/IconCircleLabelList"/>
    <dgm:cxn modelId="{3382E334-4175-412A-B834-9BC8FC31000F}" type="presParOf" srcId="{B15D7EB0-9A31-46CF-AF76-591BA5C5BDB8}" destId="{9E2013D3-493C-445F-9E5D-49C96EE7EE12}" srcOrd="1" destOrd="0" presId="urn:microsoft.com/office/officeart/2018/5/layout/IconCircleLabelList"/>
    <dgm:cxn modelId="{33312401-3A0F-4DD7-AA37-EC85F17C103C}" type="presParOf" srcId="{B15D7EB0-9A31-46CF-AF76-591BA5C5BDB8}" destId="{A9530ADD-B10B-47F6-BC55-7283E6EB0C79}" srcOrd="2" destOrd="0" presId="urn:microsoft.com/office/officeart/2018/5/layout/IconCircleLabelList"/>
    <dgm:cxn modelId="{DDD9552C-1478-4C98-A171-98A9021652E3}" type="presParOf" srcId="{B15D7EB0-9A31-46CF-AF76-591BA5C5BDB8}" destId="{904810AE-3111-4567-8B35-5B1EE0DCB528}" srcOrd="3" destOrd="0" presId="urn:microsoft.com/office/officeart/2018/5/layout/IconCircleLabelList"/>
    <dgm:cxn modelId="{6D9147F4-4515-4F04-87F7-B8E8ED13C79E}" type="presParOf" srcId="{AE3A7E36-FD09-4BC4-B97F-5FAC6A1B0368}" destId="{98CE9C6F-D70D-4887-AAA7-9212E4411CF1}" srcOrd="3" destOrd="0" presId="urn:microsoft.com/office/officeart/2018/5/layout/IconCircleLabelList"/>
    <dgm:cxn modelId="{E5BB05EB-921A-4E0F-A6FD-F22A3EE2FDCC}" type="presParOf" srcId="{AE3A7E36-FD09-4BC4-B97F-5FAC6A1B0368}" destId="{3FDF6489-EA7D-4E91-BFCE-EAC883007219}" srcOrd="4" destOrd="0" presId="urn:microsoft.com/office/officeart/2018/5/layout/IconCircleLabelList"/>
    <dgm:cxn modelId="{A6AC9DF5-22BD-4E64-AE00-05F734B95B15}" type="presParOf" srcId="{3FDF6489-EA7D-4E91-BFCE-EAC883007219}" destId="{ED380A07-AFCA-4903-BAC8-EAFAC3AF0DFA}" srcOrd="0" destOrd="0" presId="urn:microsoft.com/office/officeart/2018/5/layout/IconCircleLabelList"/>
    <dgm:cxn modelId="{6F635206-9898-4E61-8343-EF77A17681AF}" type="presParOf" srcId="{3FDF6489-EA7D-4E91-BFCE-EAC883007219}" destId="{553BD933-B7BF-45AB-9856-23A35C9AB046}" srcOrd="1" destOrd="0" presId="urn:microsoft.com/office/officeart/2018/5/layout/IconCircleLabelList"/>
    <dgm:cxn modelId="{C7A307C3-4BEE-4508-BE4E-5D6805A0CB49}" type="presParOf" srcId="{3FDF6489-EA7D-4E91-BFCE-EAC883007219}" destId="{C82FC6ED-0DA6-410D-8279-44E2C7BDF913}" srcOrd="2" destOrd="0" presId="urn:microsoft.com/office/officeart/2018/5/layout/IconCircleLabelList"/>
    <dgm:cxn modelId="{4CFF5B8E-A664-4858-B395-8A23C6C296B9}" type="presParOf" srcId="{3FDF6489-EA7D-4E91-BFCE-EAC883007219}" destId="{CE1CC2D3-482C-4267-B681-05E33AEFBAE6}" srcOrd="3" destOrd="0" presId="urn:microsoft.com/office/officeart/2018/5/layout/IconCircleLabelList"/>
    <dgm:cxn modelId="{257F4E61-DF89-4CCF-9165-65DBE02FE2C9}" type="presParOf" srcId="{AE3A7E36-FD09-4BC4-B97F-5FAC6A1B0368}" destId="{ECD805AB-D51F-4881-9743-B4FB6FCDA5A0}" srcOrd="5" destOrd="0" presId="urn:microsoft.com/office/officeart/2018/5/layout/IconCircleLabelList"/>
    <dgm:cxn modelId="{7D6F598D-F443-4DBB-BE48-30FA803D44DE}" type="presParOf" srcId="{AE3A7E36-FD09-4BC4-B97F-5FAC6A1B0368}" destId="{612B70B8-253B-4F10-B012-16853479BA75}" srcOrd="6" destOrd="0" presId="urn:microsoft.com/office/officeart/2018/5/layout/IconCircleLabelList"/>
    <dgm:cxn modelId="{ED0B3B59-F90C-4520-A1C8-290B0D86D7BF}" type="presParOf" srcId="{612B70B8-253B-4F10-B012-16853479BA75}" destId="{6F090D32-AFAC-4A05-B8DD-7276037D297F}" srcOrd="0" destOrd="0" presId="urn:microsoft.com/office/officeart/2018/5/layout/IconCircleLabelList"/>
    <dgm:cxn modelId="{10567106-1E06-4A82-BA66-96CEE5E58750}" type="presParOf" srcId="{612B70B8-253B-4F10-B012-16853479BA75}" destId="{2E9CE832-B3EA-4521-8CA6-63F24C7029FC}" srcOrd="1" destOrd="0" presId="urn:microsoft.com/office/officeart/2018/5/layout/IconCircleLabelList"/>
    <dgm:cxn modelId="{8268A222-274D-4E8B-883D-875193523CEF}" type="presParOf" srcId="{612B70B8-253B-4F10-B012-16853479BA75}" destId="{1C301461-C424-4583-9D13-7C1B94D4DAC6}" srcOrd="2" destOrd="0" presId="urn:microsoft.com/office/officeart/2018/5/layout/IconCircleLabelList"/>
    <dgm:cxn modelId="{3F63AF3A-E7B1-4C33-B337-4F3B746FA8C3}" type="presParOf" srcId="{612B70B8-253B-4F10-B012-16853479BA75}" destId="{C97CD22D-240D-422F-AF72-57CBFBB65CA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0FCAF8C-6A12-4E13-A73B-3839A9D6A55D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93410F6-4C67-4B4C-B627-C629BEDF979A}">
      <dgm:prSet/>
      <dgm:spPr/>
      <dgm:t>
        <a:bodyPr/>
        <a:lstStyle/>
        <a:p>
          <a:pPr>
            <a:defRPr cap="all"/>
          </a:pPr>
          <a:r>
            <a:rPr lang="en-US" b="0" i="0"/>
            <a:t>SQL: extraction, joins, aggregation</a:t>
          </a:r>
          <a:endParaRPr lang="en-US"/>
        </a:p>
      </dgm:t>
    </dgm:pt>
    <dgm:pt modelId="{6C6EAE56-A9C1-485B-B056-CB80B74BE2AA}" type="parTrans" cxnId="{63687B17-4ECB-4D9B-B4EC-7CA573B65ED8}">
      <dgm:prSet/>
      <dgm:spPr/>
      <dgm:t>
        <a:bodyPr/>
        <a:lstStyle/>
        <a:p>
          <a:endParaRPr lang="en-US"/>
        </a:p>
      </dgm:t>
    </dgm:pt>
    <dgm:pt modelId="{4EB6003C-3E5B-43DB-AC51-98EAE3CB0D1E}" type="sibTrans" cxnId="{63687B17-4ECB-4D9B-B4EC-7CA573B65ED8}">
      <dgm:prSet/>
      <dgm:spPr/>
      <dgm:t>
        <a:bodyPr/>
        <a:lstStyle/>
        <a:p>
          <a:endParaRPr lang="en-US"/>
        </a:p>
      </dgm:t>
    </dgm:pt>
    <dgm:pt modelId="{43020E5A-72AA-4544-85F4-5DD9D309DBC8}">
      <dgm:prSet/>
      <dgm:spPr/>
      <dgm:t>
        <a:bodyPr/>
        <a:lstStyle/>
        <a:p>
          <a:pPr>
            <a:defRPr cap="all"/>
          </a:pPr>
          <a:r>
            <a:rPr lang="en-US" b="0" i="0"/>
            <a:t>Python: modeling, analysis, visualization</a:t>
          </a:r>
          <a:endParaRPr lang="en-US"/>
        </a:p>
      </dgm:t>
    </dgm:pt>
    <dgm:pt modelId="{2F3A0EFF-63D9-4AB4-BCF8-658CED9F5C1A}" type="parTrans" cxnId="{A25176E1-B7EB-4E85-AE1F-445F8317556E}">
      <dgm:prSet/>
      <dgm:spPr/>
      <dgm:t>
        <a:bodyPr/>
        <a:lstStyle/>
        <a:p>
          <a:endParaRPr lang="en-US"/>
        </a:p>
      </dgm:t>
    </dgm:pt>
    <dgm:pt modelId="{132A24C8-63DD-4B00-83FF-869458156A0E}" type="sibTrans" cxnId="{A25176E1-B7EB-4E85-AE1F-445F8317556E}">
      <dgm:prSet/>
      <dgm:spPr/>
      <dgm:t>
        <a:bodyPr/>
        <a:lstStyle/>
        <a:p>
          <a:endParaRPr lang="en-US"/>
        </a:p>
      </dgm:t>
    </dgm:pt>
    <dgm:pt modelId="{84497885-EA1A-4DEE-8B85-8452B92C3D63}" type="pres">
      <dgm:prSet presAssocID="{00FCAF8C-6A12-4E13-A73B-3839A9D6A55D}" presName="root" presStyleCnt="0">
        <dgm:presLayoutVars>
          <dgm:dir/>
          <dgm:resizeHandles val="exact"/>
        </dgm:presLayoutVars>
      </dgm:prSet>
      <dgm:spPr/>
    </dgm:pt>
    <dgm:pt modelId="{AF6E088A-859D-441F-9E0F-9734E033EA2B}" type="pres">
      <dgm:prSet presAssocID="{093410F6-4C67-4B4C-B627-C629BEDF979A}" presName="compNode" presStyleCnt="0"/>
      <dgm:spPr/>
    </dgm:pt>
    <dgm:pt modelId="{5D9D8275-118E-4A7F-AC84-85E22D6F2E73}" type="pres">
      <dgm:prSet presAssocID="{093410F6-4C67-4B4C-B627-C629BEDF979A}" presName="iconBgRect" presStyleLbl="bgShp" presStyleIdx="0" presStyleCnt="2"/>
      <dgm:spPr/>
    </dgm:pt>
    <dgm:pt modelId="{D1D3470C-789F-4FA8-BF44-94E407D87F98}" type="pres">
      <dgm:prSet presAssocID="{093410F6-4C67-4B4C-B627-C629BEDF979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A98559D-7105-4B75-BA01-E844E30BF1EB}" type="pres">
      <dgm:prSet presAssocID="{093410F6-4C67-4B4C-B627-C629BEDF979A}" presName="spaceRect" presStyleCnt="0"/>
      <dgm:spPr/>
    </dgm:pt>
    <dgm:pt modelId="{B44DC3A5-BAD1-402B-9A49-34CA267C9784}" type="pres">
      <dgm:prSet presAssocID="{093410F6-4C67-4B4C-B627-C629BEDF979A}" presName="textRect" presStyleLbl="revTx" presStyleIdx="0" presStyleCnt="2">
        <dgm:presLayoutVars>
          <dgm:chMax val="1"/>
          <dgm:chPref val="1"/>
        </dgm:presLayoutVars>
      </dgm:prSet>
      <dgm:spPr/>
    </dgm:pt>
    <dgm:pt modelId="{9ABBEE4F-52EC-49AC-9B1B-27B46EDA7119}" type="pres">
      <dgm:prSet presAssocID="{4EB6003C-3E5B-43DB-AC51-98EAE3CB0D1E}" presName="sibTrans" presStyleCnt="0"/>
      <dgm:spPr/>
    </dgm:pt>
    <dgm:pt modelId="{F31927CB-801A-4A20-86D2-644331E39623}" type="pres">
      <dgm:prSet presAssocID="{43020E5A-72AA-4544-85F4-5DD9D309DBC8}" presName="compNode" presStyleCnt="0"/>
      <dgm:spPr/>
    </dgm:pt>
    <dgm:pt modelId="{B0FAE207-F141-47F6-9F99-DAD21508F5BB}" type="pres">
      <dgm:prSet presAssocID="{43020E5A-72AA-4544-85F4-5DD9D309DBC8}" presName="iconBgRect" presStyleLbl="bgShp" presStyleIdx="1" presStyleCnt="2"/>
      <dgm:spPr/>
    </dgm:pt>
    <dgm:pt modelId="{AA833D0F-CC05-437F-9528-F9CFB1C1BD6C}" type="pres">
      <dgm:prSet presAssocID="{43020E5A-72AA-4544-85F4-5DD9D309DBC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0CE9A2BC-12A9-4101-8173-A1068048EBC3}" type="pres">
      <dgm:prSet presAssocID="{43020E5A-72AA-4544-85F4-5DD9D309DBC8}" presName="spaceRect" presStyleCnt="0"/>
      <dgm:spPr/>
    </dgm:pt>
    <dgm:pt modelId="{75154E63-3B09-41B3-9BC5-439C28F05FE2}" type="pres">
      <dgm:prSet presAssocID="{43020E5A-72AA-4544-85F4-5DD9D309DBC8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63687B17-4ECB-4D9B-B4EC-7CA573B65ED8}" srcId="{00FCAF8C-6A12-4E13-A73B-3839A9D6A55D}" destId="{093410F6-4C67-4B4C-B627-C629BEDF979A}" srcOrd="0" destOrd="0" parTransId="{6C6EAE56-A9C1-485B-B056-CB80B74BE2AA}" sibTransId="{4EB6003C-3E5B-43DB-AC51-98EAE3CB0D1E}"/>
    <dgm:cxn modelId="{9D906824-22DD-4B41-88BF-2BCEA6043B5D}" type="presOf" srcId="{093410F6-4C67-4B4C-B627-C629BEDF979A}" destId="{B44DC3A5-BAD1-402B-9A49-34CA267C9784}" srcOrd="0" destOrd="0" presId="urn:microsoft.com/office/officeart/2018/5/layout/IconCircleLabelList"/>
    <dgm:cxn modelId="{F8ED2E5F-F5FE-4814-8D1B-16B2A7B484AF}" type="presOf" srcId="{43020E5A-72AA-4544-85F4-5DD9D309DBC8}" destId="{75154E63-3B09-41B3-9BC5-439C28F05FE2}" srcOrd="0" destOrd="0" presId="urn:microsoft.com/office/officeart/2018/5/layout/IconCircleLabelList"/>
    <dgm:cxn modelId="{9207464F-04A1-412F-BECA-6CCD2718A29F}" type="presOf" srcId="{00FCAF8C-6A12-4E13-A73B-3839A9D6A55D}" destId="{84497885-EA1A-4DEE-8B85-8452B92C3D63}" srcOrd="0" destOrd="0" presId="urn:microsoft.com/office/officeart/2018/5/layout/IconCircleLabelList"/>
    <dgm:cxn modelId="{A25176E1-B7EB-4E85-AE1F-445F8317556E}" srcId="{00FCAF8C-6A12-4E13-A73B-3839A9D6A55D}" destId="{43020E5A-72AA-4544-85F4-5DD9D309DBC8}" srcOrd="1" destOrd="0" parTransId="{2F3A0EFF-63D9-4AB4-BCF8-658CED9F5C1A}" sibTransId="{132A24C8-63DD-4B00-83FF-869458156A0E}"/>
    <dgm:cxn modelId="{1142E8E0-5D1A-44C6-B647-1DB152718077}" type="presParOf" srcId="{84497885-EA1A-4DEE-8B85-8452B92C3D63}" destId="{AF6E088A-859D-441F-9E0F-9734E033EA2B}" srcOrd="0" destOrd="0" presId="urn:microsoft.com/office/officeart/2018/5/layout/IconCircleLabelList"/>
    <dgm:cxn modelId="{AB0BF148-0BF9-4E9E-9734-4A053D2DAC0A}" type="presParOf" srcId="{AF6E088A-859D-441F-9E0F-9734E033EA2B}" destId="{5D9D8275-118E-4A7F-AC84-85E22D6F2E73}" srcOrd="0" destOrd="0" presId="urn:microsoft.com/office/officeart/2018/5/layout/IconCircleLabelList"/>
    <dgm:cxn modelId="{C0AF9ABE-D3C0-441E-9226-9A2979CDF0E0}" type="presParOf" srcId="{AF6E088A-859D-441F-9E0F-9734E033EA2B}" destId="{D1D3470C-789F-4FA8-BF44-94E407D87F98}" srcOrd="1" destOrd="0" presId="urn:microsoft.com/office/officeart/2018/5/layout/IconCircleLabelList"/>
    <dgm:cxn modelId="{264BA142-BCAE-4D72-9244-165AAEF8BE58}" type="presParOf" srcId="{AF6E088A-859D-441F-9E0F-9734E033EA2B}" destId="{BA98559D-7105-4B75-BA01-E844E30BF1EB}" srcOrd="2" destOrd="0" presId="urn:microsoft.com/office/officeart/2018/5/layout/IconCircleLabelList"/>
    <dgm:cxn modelId="{787CF69D-9C2D-4928-8F83-CC7FCECCC6CD}" type="presParOf" srcId="{AF6E088A-859D-441F-9E0F-9734E033EA2B}" destId="{B44DC3A5-BAD1-402B-9A49-34CA267C9784}" srcOrd="3" destOrd="0" presId="urn:microsoft.com/office/officeart/2018/5/layout/IconCircleLabelList"/>
    <dgm:cxn modelId="{3A0689C3-24F3-49A8-B561-609874AB599E}" type="presParOf" srcId="{84497885-EA1A-4DEE-8B85-8452B92C3D63}" destId="{9ABBEE4F-52EC-49AC-9B1B-27B46EDA7119}" srcOrd="1" destOrd="0" presId="urn:microsoft.com/office/officeart/2018/5/layout/IconCircleLabelList"/>
    <dgm:cxn modelId="{A599F8AF-482F-4307-95B5-AE3C41F44BA5}" type="presParOf" srcId="{84497885-EA1A-4DEE-8B85-8452B92C3D63}" destId="{F31927CB-801A-4A20-86D2-644331E39623}" srcOrd="2" destOrd="0" presId="urn:microsoft.com/office/officeart/2018/5/layout/IconCircleLabelList"/>
    <dgm:cxn modelId="{212F4246-9422-471F-BB58-F89D9470E485}" type="presParOf" srcId="{F31927CB-801A-4A20-86D2-644331E39623}" destId="{B0FAE207-F141-47F6-9F99-DAD21508F5BB}" srcOrd="0" destOrd="0" presId="urn:microsoft.com/office/officeart/2018/5/layout/IconCircleLabelList"/>
    <dgm:cxn modelId="{C4868639-D5A4-411C-966F-288453D175A4}" type="presParOf" srcId="{F31927CB-801A-4A20-86D2-644331E39623}" destId="{AA833D0F-CC05-437F-9528-F9CFB1C1BD6C}" srcOrd="1" destOrd="0" presId="urn:microsoft.com/office/officeart/2018/5/layout/IconCircleLabelList"/>
    <dgm:cxn modelId="{3717478E-2D6D-4646-8EDC-FD523D35135D}" type="presParOf" srcId="{F31927CB-801A-4A20-86D2-644331E39623}" destId="{0CE9A2BC-12A9-4101-8173-A1068048EBC3}" srcOrd="2" destOrd="0" presId="urn:microsoft.com/office/officeart/2018/5/layout/IconCircleLabelList"/>
    <dgm:cxn modelId="{AD597424-EBC7-4CFB-B0E9-4756EC507FF9}" type="presParOf" srcId="{F31927CB-801A-4A20-86D2-644331E39623}" destId="{75154E63-3B09-41B3-9BC5-439C28F05FE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DD39DC6-9080-42FC-A65A-2EE6760B3446}" type="doc">
      <dgm:prSet loTypeId="urn:microsoft.com/office/officeart/2008/layout/LinedList" loCatId="list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948B4C77-DEA9-4F6D-B4CC-6E3DDCAC23BE}">
      <dgm:prSet/>
      <dgm:spPr/>
      <dgm:t>
        <a:bodyPr/>
        <a:lstStyle/>
        <a:p>
          <a:r>
            <a:rPr lang="en-US" b="0" i="0"/>
            <a:t>Decision Question → </a:t>
          </a:r>
          <a:endParaRPr lang="en-US"/>
        </a:p>
      </dgm:t>
    </dgm:pt>
    <dgm:pt modelId="{6DB5ADDF-4846-4064-827A-04074DBD730F}" type="parTrans" cxnId="{6364B9AE-FFD0-4AFA-BE41-96CFF05CAB1B}">
      <dgm:prSet/>
      <dgm:spPr/>
      <dgm:t>
        <a:bodyPr/>
        <a:lstStyle/>
        <a:p>
          <a:endParaRPr lang="en-US"/>
        </a:p>
      </dgm:t>
    </dgm:pt>
    <dgm:pt modelId="{1C25E3C6-4944-4695-A756-6E6EDBD7F238}" type="sibTrans" cxnId="{6364B9AE-FFD0-4AFA-BE41-96CFF05CAB1B}">
      <dgm:prSet/>
      <dgm:spPr/>
      <dgm:t>
        <a:bodyPr/>
        <a:lstStyle/>
        <a:p>
          <a:endParaRPr lang="en-US"/>
        </a:p>
      </dgm:t>
    </dgm:pt>
    <dgm:pt modelId="{01A56F58-644B-444B-BE90-5421B8C44F95}">
      <dgm:prSet/>
      <dgm:spPr/>
      <dgm:t>
        <a:bodyPr/>
        <a:lstStyle/>
        <a:p>
          <a:r>
            <a:rPr lang="en-US" b="0" i="0"/>
            <a:t>Data → </a:t>
          </a:r>
          <a:endParaRPr lang="en-US"/>
        </a:p>
      </dgm:t>
    </dgm:pt>
    <dgm:pt modelId="{313EA3E7-65CC-4D4F-8439-65AB4F241B29}" type="parTrans" cxnId="{DBAB52E6-2BA7-4170-BC9C-C9FFB324ABDB}">
      <dgm:prSet/>
      <dgm:spPr/>
      <dgm:t>
        <a:bodyPr/>
        <a:lstStyle/>
        <a:p>
          <a:endParaRPr lang="en-US"/>
        </a:p>
      </dgm:t>
    </dgm:pt>
    <dgm:pt modelId="{E0A5E975-8BFE-4348-95A0-1C3A6430754A}" type="sibTrans" cxnId="{DBAB52E6-2BA7-4170-BC9C-C9FFB324ABDB}">
      <dgm:prSet/>
      <dgm:spPr/>
      <dgm:t>
        <a:bodyPr/>
        <a:lstStyle/>
        <a:p>
          <a:endParaRPr lang="en-US"/>
        </a:p>
      </dgm:t>
    </dgm:pt>
    <dgm:pt modelId="{8D551EB2-59A5-4475-98CE-A55D34DEB969}">
      <dgm:prSet/>
      <dgm:spPr/>
      <dgm:t>
        <a:bodyPr/>
        <a:lstStyle/>
        <a:p>
          <a:r>
            <a:rPr lang="en-US" b="0" i="0"/>
            <a:t>Analysis → </a:t>
          </a:r>
          <a:endParaRPr lang="en-US"/>
        </a:p>
      </dgm:t>
    </dgm:pt>
    <dgm:pt modelId="{FD21DEDB-2574-4E82-8AB6-8B4DFF89FAB5}" type="parTrans" cxnId="{327E2381-5920-4E65-99D8-EB0E4F9378AA}">
      <dgm:prSet/>
      <dgm:spPr/>
      <dgm:t>
        <a:bodyPr/>
        <a:lstStyle/>
        <a:p>
          <a:endParaRPr lang="en-US"/>
        </a:p>
      </dgm:t>
    </dgm:pt>
    <dgm:pt modelId="{11563FE9-AD9F-45A6-8E5C-85B40F1860A8}" type="sibTrans" cxnId="{327E2381-5920-4E65-99D8-EB0E4F9378AA}">
      <dgm:prSet/>
      <dgm:spPr/>
      <dgm:t>
        <a:bodyPr/>
        <a:lstStyle/>
        <a:p>
          <a:endParaRPr lang="en-US"/>
        </a:p>
      </dgm:t>
    </dgm:pt>
    <dgm:pt modelId="{BC144B69-5FBC-49BE-8CD9-B6D682D0EBD1}">
      <dgm:prSet/>
      <dgm:spPr/>
      <dgm:t>
        <a:bodyPr/>
        <a:lstStyle/>
        <a:p>
          <a:r>
            <a:rPr lang="en-US" b="0" i="0"/>
            <a:t>Insight → </a:t>
          </a:r>
          <a:endParaRPr lang="en-US"/>
        </a:p>
      </dgm:t>
    </dgm:pt>
    <dgm:pt modelId="{49C0862F-2489-4E67-B0A7-B2F7D65CA632}" type="parTrans" cxnId="{17D8ACC4-4A35-4082-8754-D433455C9204}">
      <dgm:prSet/>
      <dgm:spPr/>
      <dgm:t>
        <a:bodyPr/>
        <a:lstStyle/>
        <a:p>
          <a:endParaRPr lang="en-US"/>
        </a:p>
      </dgm:t>
    </dgm:pt>
    <dgm:pt modelId="{586DB25B-B51F-4C23-82A4-67EE47D1EB4D}" type="sibTrans" cxnId="{17D8ACC4-4A35-4082-8754-D433455C9204}">
      <dgm:prSet/>
      <dgm:spPr/>
      <dgm:t>
        <a:bodyPr/>
        <a:lstStyle/>
        <a:p>
          <a:endParaRPr lang="en-US"/>
        </a:p>
      </dgm:t>
    </dgm:pt>
    <dgm:pt modelId="{6C690B47-021A-4C3B-9390-CB2625D63426}">
      <dgm:prSet/>
      <dgm:spPr/>
      <dgm:t>
        <a:bodyPr/>
        <a:lstStyle/>
        <a:p>
          <a:r>
            <a:rPr lang="en-US" b="0" i="0"/>
            <a:t>Recommendation</a:t>
          </a:r>
          <a:endParaRPr lang="en-US"/>
        </a:p>
      </dgm:t>
    </dgm:pt>
    <dgm:pt modelId="{150A5E9F-2A3D-443A-9061-E67A94BA8ABC}" type="parTrans" cxnId="{BF3CCE78-40CF-406D-BDD3-E66E5F75C181}">
      <dgm:prSet/>
      <dgm:spPr/>
      <dgm:t>
        <a:bodyPr/>
        <a:lstStyle/>
        <a:p>
          <a:endParaRPr lang="en-US"/>
        </a:p>
      </dgm:t>
    </dgm:pt>
    <dgm:pt modelId="{02D77E48-327B-4F6E-834A-43BC1160E72D}" type="sibTrans" cxnId="{BF3CCE78-40CF-406D-BDD3-E66E5F75C181}">
      <dgm:prSet/>
      <dgm:spPr/>
      <dgm:t>
        <a:bodyPr/>
        <a:lstStyle/>
        <a:p>
          <a:endParaRPr lang="en-US"/>
        </a:p>
      </dgm:t>
    </dgm:pt>
    <dgm:pt modelId="{D111998F-A68E-41DA-8FF9-6F1872482A24}" type="pres">
      <dgm:prSet presAssocID="{1DD39DC6-9080-42FC-A65A-2EE6760B3446}" presName="vert0" presStyleCnt="0">
        <dgm:presLayoutVars>
          <dgm:dir/>
          <dgm:animOne val="branch"/>
          <dgm:animLvl val="lvl"/>
        </dgm:presLayoutVars>
      </dgm:prSet>
      <dgm:spPr/>
    </dgm:pt>
    <dgm:pt modelId="{29F0A963-3E3E-44CD-8108-CA5F10FF6F94}" type="pres">
      <dgm:prSet presAssocID="{948B4C77-DEA9-4F6D-B4CC-6E3DDCAC23BE}" presName="thickLine" presStyleLbl="alignNode1" presStyleIdx="0" presStyleCnt="5"/>
      <dgm:spPr/>
    </dgm:pt>
    <dgm:pt modelId="{DF6E381D-82C9-4B08-8DA5-3CD67755E7FC}" type="pres">
      <dgm:prSet presAssocID="{948B4C77-DEA9-4F6D-B4CC-6E3DDCAC23BE}" presName="horz1" presStyleCnt="0"/>
      <dgm:spPr/>
    </dgm:pt>
    <dgm:pt modelId="{A982AA09-AD62-4E92-AC41-DDD8BF1F8D82}" type="pres">
      <dgm:prSet presAssocID="{948B4C77-DEA9-4F6D-B4CC-6E3DDCAC23BE}" presName="tx1" presStyleLbl="revTx" presStyleIdx="0" presStyleCnt="5"/>
      <dgm:spPr/>
    </dgm:pt>
    <dgm:pt modelId="{3AC3CA8C-AE4B-4018-8901-6FB6F92D7B24}" type="pres">
      <dgm:prSet presAssocID="{948B4C77-DEA9-4F6D-B4CC-6E3DDCAC23BE}" presName="vert1" presStyleCnt="0"/>
      <dgm:spPr/>
    </dgm:pt>
    <dgm:pt modelId="{0EC3FEDB-2777-4E4A-A7BB-BE8BB980FB1A}" type="pres">
      <dgm:prSet presAssocID="{01A56F58-644B-444B-BE90-5421B8C44F95}" presName="thickLine" presStyleLbl="alignNode1" presStyleIdx="1" presStyleCnt="5"/>
      <dgm:spPr/>
    </dgm:pt>
    <dgm:pt modelId="{0F20277F-DCA1-44D9-ABED-9E564017B844}" type="pres">
      <dgm:prSet presAssocID="{01A56F58-644B-444B-BE90-5421B8C44F95}" presName="horz1" presStyleCnt="0"/>
      <dgm:spPr/>
    </dgm:pt>
    <dgm:pt modelId="{C320B16F-C30D-45F3-95F5-4B4CB0DD2F50}" type="pres">
      <dgm:prSet presAssocID="{01A56F58-644B-444B-BE90-5421B8C44F95}" presName="tx1" presStyleLbl="revTx" presStyleIdx="1" presStyleCnt="5"/>
      <dgm:spPr/>
    </dgm:pt>
    <dgm:pt modelId="{8A471F1F-6715-48BF-BCF7-3A2E077CA7CA}" type="pres">
      <dgm:prSet presAssocID="{01A56F58-644B-444B-BE90-5421B8C44F95}" presName="vert1" presStyleCnt="0"/>
      <dgm:spPr/>
    </dgm:pt>
    <dgm:pt modelId="{114D63ED-E367-4D52-ACF1-CDD325B17860}" type="pres">
      <dgm:prSet presAssocID="{8D551EB2-59A5-4475-98CE-A55D34DEB969}" presName="thickLine" presStyleLbl="alignNode1" presStyleIdx="2" presStyleCnt="5"/>
      <dgm:spPr/>
    </dgm:pt>
    <dgm:pt modelId="{625594D5-4416-4D53-8474-2B0E5D9B116B}" type="pres">
      <dgm:prSet presAssocID="{8D551EB2-59A5-4475-98CE-A55D34DEB969}" presName="horz1" presStyleCnt="0"/>
      <dgm:spPr/>
    </dgm:pt>
    <dgm:pt modelId="{E8AAEA59-CBDF-47E6-9D04-04D8F996B0B4}" type="pres">
      <dgm:prSet presAssocID="{8D551EB2-59A5-4475-98CE-A55D34DEB969}" presName="tx1" presStyleLbl="revTx" presStyleIdx="2" presStyleCnt="5"/>
      <dgm:spPr/>
    </dgm:pt>
    <dgm:pt modelId="{D61BE71B-F702-4FE7-B689-DA93787A8788}" type="pres">
      <dgm:prSet presAssocID="{8D551EB2-59A5-4475-98CE-A55D34DEB969}" presName="vert1" presStyleCnt="0"/>
      <dgm:spPr/>
    </dgm:pt>
    <dgm:pt modelId="{8CA7079A-D0DF-4502-A08F-88BFB2D0D6C4}" type="pres">
      <dgm:prSet presAssocID="{BC144B69-5FBC-49BE-8CD9-B6D682D0EBD1}" presName="thickLine" presStyleLbl="alignNode1" presStyleIdx="3" presStyleCnt="5"/>
      <dgm:spPr/>
    </dgm:pt>
    <dgm:pt modelId="{02F744CA-00B8-4FB8-80DD-BCD06BDF0444}" type="pres">
      <dgm:prSet presAssocID="{BC144B69-5FBC-49BE-8CD9-B6D682D0EBD1}" presName="horz1" presStyleCnt="0"/>
      <dgm:spPr/>
    </dgm:pt>
    <dgm:pt modelId="{84612527-C3BB-42CC-8E34-97D40BEE59BC}" type="pres">
      <dgm:prSet presAssocID="{BC144B69-5FBC-49BE-8CD9-B6D682D0EBD1}" presName="tx1" presStyleLbl="revTx" presStyleIdx="3" presStyleCnt="5"/>
      <dgm:spPr/>
    </dgm:pt>
    <dgm:pt modelId="{E23005FD-A324-4FFF-8C85-970E5B8C04F7}" type="pres">
      <dgm:prSet presAssocID="{BC144B69-5FBC-49BE-8CD9-B6D682D0EBD1}" presName="vert1" presStyleCnt="0"/>
      <dgm:spPr/>
    </dgm:pt>
    <dgm:pt modelId="{193F9E8E-FE4A-477A-8C8F-4CD1A0AB73F7}" type="pres">
      <dgm:prSet presAssocID="{6C690B47-021A-4C3B-9390-CB2625D63426}" presName="thickLine" presStyleLbl="alignNode1" presStyleIdx="4" presStyleCnt="5"/>
      <dgm:spPr/>
    </dgm:pt>
    <dgm:pt modelId="{718CB32E-A1A9-4A00-8BC2-16CB65F11070}" type="pres">
      <dgm:prSet presAssocID="{6C690B47-021A-4C3B-9390-CB2625D63426}" presName="horz1" presStyleCnt="0"/>
      <dgm:spPr/>
    </dgm:pt>
    <dgm:pt modelId="{E26887C2-E97E-479F-A915-B7F38FC5827D}" type="pres">
      <dgm:prSet presAssocID="{6C690B47-021A-4C3B-9390-CB2625D63426}" presName="tx1" presStyleLbl="revTx" presStyleIdx="4" presStyleCnt="5"/>
      <dgm:spPr/>
    </dgm:pt>
    <dgm:pt modelId="{618BF891-98E2-41C7-A8D1-9C2C1677E9E0}" type="pres">
      <dgm:prSet presAssocID="{6C690B47-021A-4C3B-9390-CB2625D63426}" presName="vert1" presStyleCnt="0"/>
      <dgm:spPr/>
    </dgm:pt>
  </dgm:ptLst>
  <dgm:cxnLst>
    <dgm:cxn modelId="{6872D804-2F5A-4BE3-BE21-354E05B8A928}" type="presOf" srcId="{1DD39DC6-9080-42FC-A65A-2EE6760B3446}" destId="{D111998F-A68E-41DA-8FF9-6F1872482A24}" srcOrd="0" destOrd="0" presId="urn:microsoft.com/office/officeart/2008/layout/LinedList"/>
    <dgm:cxn modelId="{17C67545-EE4A-4E51-849A-6599BBD8B255}" type="presOf" srcId="{01A56F58-644B-444B-BE90-5421B8C44F95}" destId="{C320B16F-C30D-45F3-95F5-4B4CB0DD2F50}" srcOrd="0" destOrd="0" presId="urn:microsoft.com/office/officeart/2008/layout/LinedList"/>
    <dgm:cxn modelId="{3A109F78-FFFD-409C-98FB-5D69D33838B0}" type="presOf" srcId="{948B4C77-DEA9-4F6D-B4CC-6E3DDCAC23BE}" destId="{A982AA09-AD62-4E92-AC41-DDD8BF1F8D82}" srcOrd="0" destOrd="0" presId="urn:microsoft.com/office/officeart/2008/layout/LinedList"/>
    <dgm:cxn modelId="{BF3CCE78-40CF-406D-BDD3-E66E5F75C181}" srcId="{1DD39DC6-9080-42FC-A65A-2EE6760B3446}" destId="{6C690B47-021A-4C3B-9390-CB2625D63426}" srcOrd="4" destOrd="0" parTransId="{150A5E9F-2A3D-443A-9061-E67A94BA8ABC}" sibTransId="{02D77E48-327B-4F6E-834A-43BC1160E72D}"/>
    <dgm:cxn modelId="{A6E9517F-012C-4B8A-A4B7-5946C1693742}" type="presOf" srcId="{BC144B69-5FBC-49BE-8CD9-B6D682D0EBD1}" destId="{84612527-C3BB-42CC-8E34-97D40BEE59BC}" srcOrd="0" destOrd="0" presId="urn:microsoft.com/office/officeart/2008/layout/LinedList"/>
    <dgm:cxn modelId="{327E2381-5920-4E65-99D8-EB0E4F9378AA}" srcId="{1DD39DC6-9080-42FC-A65A-2EE6760B3446}" destId="{8D551EB2-59A5-4475-98CE-A55D34DEB969}" srcOrd="2" destOrd="0" parTransId="{FD21DEDB-2574-4E82-8AB6-8B4DFF89FAB5}" sibTransId="{11563FE9-AD9F-45A6-8E5C-85B40F1860A8}"/>
    <dgm:cxn modelId="{6364B9AE-FFD0-4AFA-BE41-96CFF05CAB1B}" srcId="{1DD39DC6-9080-42FC-A65A-2EE6760B3446}" destId="{948B4C77-DEA9-4F6D-B4CC-6E3DDCAC23BE}" srcOrd="0" destOrd="0" parTransId="{6DB5ADDF-4846-4064-827A-04074DBD730F}" sibTransId="{1C25E3C6-4944-4695-A756-6E6EDBD7F238}"/>
    <dgm:cxn modelId="{17D8ACC4-4A35-4082-8754-D433455C9204}" srcId="{1DD39DC6-9080-42FC-A65A-2EE6760B3446}" destId="{BC144B69-5FBC-49BE-8CD9-B6D682D0EBD1}" srcOrd="3" destOrd="0" parTransId="{49C0862F-2489-4E67-B0A7-B2F7D65CA632}" sibTransId="{586DB25B-B51F-4C23-82A4-67EE47D1EB4D}"/>
    <dgm:cxn modelId="{123F7BC6-CEE8-46B0-9B33-3385FCF5A01E}" type="presOf" srcId="{8D551EB2-59A5-4475-98CE-A55D34DEB969}" destId="{E8AAEA59-CBDF-47E6-9D04-04D8F996B0B4}" srcOrd="0" destOrd="0" presId="urn:microsoft.com/office/officeart/2008/layout/LinedList"/>
    <dgm:cxn modelId="{9FAFEAE2-4F38-4990-991C-FEC18BC03046}" type="presOf" srcId="{6C690B47-021A-4C3B-9390-CB2625D63426}" destId="{E26887C2-E97E-479F-A915-B7F38FC5827D}" srcOrd="0" destOrd="0" presId="urn:microsoft.com/office/officeart/2008/layout/LinedList"/>
    <dgm:cxn modelId="{DBAB52E6-2BA7-4170-BC9C-C9FFB324ABDB}" srcId="{1DD39DC6-9080-42FC-A65A-2EE6760B3446}" destId="{01A56F58-644B-444B-BE90-5421B8C44F95}" srcOrd="1" destOrd="0" parTransId="{313EA3E7-65CC-4D4F-8439-65AB4F241B29}" sibTransId="{E0A5E975-8BFE-4348-95A0-1C3A6430754A}"/>
    <dgm:cxn modelId="{CAF95620-C2CC-44CB-8462-5A57C2A099D1}" type="presParOf" srcId="{D111998F-A68E-41DA-8FF9-6F1872482A24}" destId="{29F0A963-3E3E-44CD-8108-CA5F10FF6F94}" srcOrd="0" destOrd="0" presId="urn:microsoft.com/office/officeart/2008/layout/LinedList"/>
    <dgm:cxn modelId="{EFCFB985-926B-4EF4-89F1-EA6AD1E62641}" type="presParOf" srcId="{D111998F-A68E-41DA-8FF9-6F1872482A24}" destId="{DF6E381D-82C9-4B08-8DA5-3CD67755E7FC}" srcOrd="1" destOrd="0" presId="urn:microsoft.com/office/officeart/2008/layout/LinedList"/>
    <dgm:cxn modelId="{5B22C218-FA48-4532-9631-F7F5D44BD5C5}" type="presParOf" srcId="{DF6E381D-82C9-4B08-8DA5-3CD67755E7FC}" destId="{A982AA09-AD62-4E92-AC41-DDD8BF1F8D82}" srcOrd="0" destOrd="0" presId="urn:microsoft.com/office/officeart/2008/layout/LinedList"/>
    <dgm:cxn modelId="{2545B16B-FD1B-4B91-9BAD-363060C93FA0}" type="presParOf" srcId="{DF6E381D-82C9-4B08-8DA5-3CD67755E7FC}" destId="{3AC3CA8C-AE4B-4018-8901-6FB6F92D7B24}" srcOrd="1" destOrd="0" presId="urn:microsoft.com/office/officeart/2008/layout/LinedList"/>
    <dgm:cxn modelId="{E3EDAE42-90C6-45A9-A27D-69E0C9D27902}" type="presParOf" srcId="{D111998F-A68E-41DA-8FF9-6F1872482A24}" destId="{0EC3FEDB-2777-4E4A-A7BB-BE8BB980FB1A}" srcOrd="2" destOrd="0" presId="urn:microsoft.com/office/officeart/2008/layout/LinedList"/>
    <dgm:cxn modelId="{CCFC3857-8F10-4C29-8F1C-1FCDFF3AC47A}" type="presParOf" srcId="{D111998F-A68E-41DA-8FF9-6F1872482A24}" destId="{0F20277F-DCA1-44D9-ABED-9E564017B844}" srcOrd="3" destOrd="0" presId="urn:microsoft.com/office/officeart/2008/layout/LinedList"/>
    <dgm:cxn modelId="{B756D11A-D6ED-4990-BE5C-C6F1922AAD3D}" type="presParOf" srcId="{0F20277F-DCA1-44D9-ABED-9E564017B844}" destId="{C320B16F-C30D-45F3-95F5-4B4CB0DD2F50}" srcOrd="0" destOrd="0" presId="urn:microsoft.com/office/officeart/2008/layout/LinedList"/>
    <dgm:cxn modelId="{C81DBCD3-D445-4328-9446-F6808D8ECF56}" type="presParOf" srcId="{0F20277F-DCA1-44D9-ABED-9E564017B844}" destId="{8A471F1F-6715-48BF-BCF7-3A2E077CA7CA}" srcOrd="1" destOrd="0" presId="urn:microsoft.com/office/officeart/2008/layout/LinedList"/>
    <dgm:cxn modelId="{17A0E420-8888-4224-A433-5465D1A8FBF6}" type="presParOf" srcId="{D111998F-A68E-41DA-8FF9-6F1872482A24}" destId="{114D63ED-E367-4D52-ACF1-CDD325B17860}" srcOrd="4" destOrd="0" presId="urn:microsoft.com/office/officeart/2008/layout/LinedList"/>
    <dgm:cxn modelId="{D1EC901F-FA91-43C4-AD40-760DFA4445F6}" type="presParOf" srcId="{D111998F-A68E-41DA-8FF9-6F1872482A24}" destId="{625594D5-4416-4D53-8474-2B0E5D9B116B}" srcOrd="5" destOrd="0" presId="urn:microsoft.com/office/officeart/2008/layout/LinedList"/>
    <dgm:cxn modelId="{253D0EC1-13DC-4F3A-BD96-F3404400A3FC}" type="presParOf" srcId="{625594D5-4416-4D53-8474-2B0E5D9B116B}" destId="{E8AAEA59-CBDF-47E6-9D04-04D8F996B0B4}" srcOrd="0" destOrd="0" presId="urn:microsoft.com/office/officeart/2008/layout/LinedList"/>
    <dgm:cxn modelId="{38E86F10-6022-41E2-98E8-5687D7E0BB00}" type="presParOf" srcId="{625594D5-4416-4D53-8474-2B0E5D9B116B}" destId="{D61BE71B-F702-4FE7-B689-DA93787A8788}" srcOrd="1" destOrd="0" presId="urn:microsoft.com/office/officeart/2008/layout/LinedList"/>
    <dgm:cxn modelId="{DB43E8AF-0AE0-4900-8D51-FE9AAD95AC28}" type="presParOf" srcId="{D111998F-A68E-41DA-8FF9-6F1872482A24}" destId="{8CA7079A-D0DF-4502-A08F-88BFB2D0D6C4}" srcOrd="6" destOrd="0" presId="urn:microsoft.com/office/officeart/2008/layout/LinedList"/>
    <dgm:cxn modelId="{DF1B8A5D-C592-45FC-93BF-710D843A230C}" type="presParOf" srcId="{D111998F-A68E-41DA-8FF9-6F1872482A24}" destId="{02F744CA-00B8-4FB8-80DD-BCD06BDF0444}" srcOrd="7" destOrd="0" presId="urn:microsoft.com/office/officeart/2008/layout/LinedList"/>
    <dgm:cxn modelId="{3CB2F41F-83EA-46B3-AD52-5940440C13B0}" type="presParOf" srcId="{02F744CA-00B8-4FB8-80DD-BCD06BDF0444}" destId="{84612527-C3BB-42CC-8E34-97D40BEE59BC}" srcOrd="0" destOrd="0" presId="urn:microsoft.com/office/officeart/2008/layout/LinedList"/>
    <dgm:cxn modelId="{2FA70577-094B-4B23-B44B-876D298B0D0A}" type="presParOf" srcId="{02F744CA-00B8-4FB8-80DD-BCD06BDF0444}" destId="{E23005FD-A324-4FFF-8C85-970E5B8C04F7}" srcOrd="1" destOrd="0" presId="urn:microsoft.com/office/officeart/2008/layout/LinedList"/>
    <dgm:cxn modelId="{B433BC20-BE67-4FC5-8CD3-9DEF86B741FD}" type="presParOf" srcId="{D111998F-A68E-41DA-8FF9-6F1872482A24}" destId="{193F9E8E-FE4A-477A-8C8F-4CD1A0AB73F7}" srcOrd="8" destOrd="0" presId="urn:microsoft.com/office/officeart/2008/layout/LinedList"/>
    <dgm:cxn modelId="{A01DA5BD-249A-4C2F-9DA1-AA92FB4EE053}" type="presParOf" srcId="{D111998F-A68E-41DA-8FF9-6F1872482A24}" destId="{718CB32E-A1A9-4A00-8BC2-16CB65F11070}" srcOrd="9" destOrd="0" presId="urn:microsoft.com/office/officeart/2008/layout/LinedList"/>
    <dgm:cxn modelId="{5E813172-1226-457E-AB78-FF2634AD5F14}" type="presParOf" srcId="{718CB32E-A1A9-4A00-8BC2-16CB65F11070}" destId="{E26887C2-E97E-479F-A915-B7F38FC5827D}" srcOrd="0" destOrd="0" presId="urn:microsoft.com/office/officeart/2008/layout/LinedList"/>
    <dgm:cxn modelId="{12229D39-6119-4D44-BC13-9C1734129398}" type="presParOf" srcId="{718CB32E-A1A9-4A00-8BC2-16CB65F11070}" destId="{618BF891-98E2-41C7-A8D1-9C2C1677E9E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393DF12C-AA18-4D2A-A2AE-A9E9C354668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850A2EB-8F6A-49A0-A657-AB32EFD2EAE1}">
      <dgm:prSet/>
      <dgm:spPr/>
      <dgm:t>
        <a:bodyPr/>
        <a:lstStyle/>
        <a:p>
          <a:r>
            <a:rPr lang="en-US" b="0" i="0"/>
            <a:t>Predict housing prices</a:t>
          </a:r>
          <a:endParaRPr lang="en-US"/>
        </a:p>
      </dgm:t>
    </dgm:pt>
    <dgm:pt modelId="{2178EB09-9977-4805-8447-B77D7DBB54A8}" type="parTrans" cxnId="{773E96E2-0014-49D1-9BF7-707D79A7D8FA}">
      <dgm:prSet/>
      <dgm:spPr/>
      <dgm:t>
        <a:bodyPr/>
        <a:lstStyle/>
        <a:p>
          <a:endParaRPr lang="en-US"/>
        </a:p>
      </dgm:t>
    </dgm:pt>
    <dgm:pt modelId="{11F5B627-4635-4819-8AAC-F4983D2F040F}" type="sibTrans" cxnId="{773E96E2-0014-49D1-9BF7-707D79A7D8FA}">
      <dgm:prSet/>
      <dgm:spPr/>
      <dgm:t>
        <a:bodyPr/>
        <a:lstStyle/>
        <a:p>
          <a:endParaRPr lang="en-US"/>
        </a:p>
      </dgm:t>
    </dgm:pt>
    <dgm:pt modelId="{E8E586CE-A12E-4519-8C4A-5C2BE23422CB}">
      <dgm:prSet/>
      <dgm:spPr/>
      <dgm:t>
        <a:bodyPr/>
        <a:lstStyle/>
        <a:p>
          <a:r>
            <a:rPr lang="en-US" b="0" i="0"/>
            <a:t>Identify drivers of airline delays</a:t>
          </a:r>
          <a:endParaRPr lang="en-US"/>
        </a:p>
      </dgm:t>
    </dgm:pt>
    <dgm:pt modelId="{901DA344-6B0A-4395-81B9-8E6D70DBFCAF}" type="parTrans" cxnId="{68B7EC11-6F65-4C0D-8477-B2A0DFC1005C}">
      <dgm:prSet/>
      <dgm:spPr/>
      <dgm:t>
        <a:bodyPr/>
        <a:lstStyle/>
        <a:p>
          <a:endParaRPr lang="en-US"/>
        </a:p>
      </dgm:t>
    </dgm:pt>
    <dgm:pt modelId="{A00DB095-311A-494D-BF1A-183E0EB9645E}" type="sibTrans" cxnId="{68B7EC11-6F65-4C0D-8477-B2A0DFC1005C}">
      <dgm:prSet/>
      <dgm:spPr/>
      <dgm:t>
        <a:bodyPr/>
        <a:lstStyle/>
        <a:p>
          <a:endParaRPr lang="en-US"/>
        </a:p>
      </dgm:t>
    </dgm:pt>
    <dgm:pt modelId="{D55424DE-D500-4D81-A3EE-F102A4E5BE27}">
      <dgm:prSet/>
      <dgm:spPr/>
      <dgm:t>
        <a:bodyPr/>
        <a:lstStyle/>
        <a:p>
          <a:r>
            <a:rPr lang="en-US" b="0" i="0"/>
            <a:t>Predict subscription churn</a:t>
          </a:r>
          <a:endParaRPr lang="en-US"/>
        </a:p>
      </dgm:t>
    </dgm:pt>
    <dgm:pt modelId="{B100BE08-2D6B-43F5-8C39-A8B27BC04376}" type="parTrans" cxnId="{0FC5D206-A124-4011-81A8-E3645256CE44}">
      <dgm:prSet/>
      <dgm:spPr/>
      <dgm:t>
        <a:bodyPr/>
        <a:lstStyle/>
        <a:p>
          <a:endParaRPr lang="en-US"/>
        </a:p>
      </dgm:t>
    </dgm:pt>
    <dgm:pt modelId="{301C655F-234F-4620-B461-C0C66568CF13}" type="sibTrans" cxnId="{0FC5D206-A124-4011-81A8-E3645256CE44}">
      <dgm:prSet/>
      <dgm:spPr/>
      <dgm:t>
        <a:bodyPr/>
        <a:lstStyle/>
        <a:p>
          <a:endParaRPr lang="en-US"/>
        </a:p>
      </dgm:t>
    </dgm:pt>
    <dgm:pt modelId="{1A492AD6-D449-4C0F-B5D8-01999B2559A3}" type="pres">
      <dgm:prSet presAssocID="{393DF12C-AA18-4D2A-A2AE-A9E9C3546680}" presName="root" presStyleCnt="0">
        <dgm:presLayoutVars>
          <dgm:dir/>
          <dgm:resizeHandles val="exact"/>
        </dgm:presLayoutVars>
      </dgm:prSet>
      <dgm:spPr/>
    </dgm:pt>
    <dgm:pt modelId="{CD3A2D21-EB49-40A2-8F62-F4ED7E4A5BDB}" type="pres">
      <dgm:prSet presAssocID="{C850A2EB-8F6A-49A0-A657-AB32EFD2EAE1}" presName="compNode" presStyleCnt="0"/>
      <dgm:spPr/>
    </dgm:pt>
    <dgm:pt modelId="{12A196C7-9B3C-4C73-B1EC-EFB92FD752BA}" type="pres">
      <dgm:prSet presAssocID="{C850A2EB-8F6A-49A0-A657-AB32EFD2EAE1}" presName="bgRect" presStyleLbl="bgShp" presStyleIdx="0" presStyleCnt="3"/>
      <dgm:spPr/>
    </dgm:pt>
    <dgm:pt modelId="{DBFF31BD-4692-4C81-A07D-453E8D2BDEA5}" type="pres">
      <dgm:prSet presAssocID="{C850A2EB-8F6A-49A0-A657-AB32EFD2EAE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99622906-C710-4588-9AE4-AF437485DF0B}" type="pres">
      <dgm:prSet presAssocID="{C850A2EB-8F6A-49A0-A657-AB32EFD2EAE1}" presName="spaceRect" presStyleCnt="0"/>
      <dgm:spPr/>
    </dgm:pt>
    <dgm:pt modelId="{0EFF750C-93C3-4D1B-A683-077E4A74D438}" type="pres">
      <dgm:prSet presAssocID="{C850A2EB-8F6A-49A0-A657-AB32EFD2EAE1}" presName="parTx" presStyleLbl="revTx" presStyleIdx="0" presStyleCnt="3">
        <dgm:presLayoutVars>
          <dgm:chMax val="0"/>
          <dgm:chPref val="0"/>
        </dgm:presLayoutVars>
      </dgm:prSet>
      <dgm:spPr/>
    </dgm:pt>
    <dgm:pt modelId="{B35FF39B-E0A2-4B02-8FB5-116A2EE0E443}" type="pres">
      <dgm:prSet presAssocID="{11F5B627-4635-4819-8AAC-F4983D2F040F}" presName="sibTrans" presStyleCnt="0"/>
      <dgm:spPr/>
    </dgm:pt>
    <dgm:pt modelId="{A4D07817-F1F4-41B4-8153-BD9B44899172}" type="pres">
      <dgm:prSet presAssocID="{E8E586CE-A12E-4519-8C4A-5C2BE23422CB}" presName="compNode" presStyleCnt="0"/>
      <dgm:spPr/>
    </dgm:pt>
    <dgm:pt modelId="{AE13945D-9A51-48B2-B774-F5781C141CF4}" type="pres">
      <dgm:prSet presAssocID="{E8E586CE-A12E-4519-8C4A-5C2BE23422CB}" presName="bgRect" presStyleLbl="bgShp" presStyleIdx="1" presStyleCnt="3"/>
      <dgm:spPr/>
    </dgm:pt>
    <dgm:pt modelId="{26F3392D-3E98-4D20-8B82-1BA66FB7327E}" type="pres">
      <dgm:prSet presAssocID="{E8E586CE-A12E-4519-8C4A-5C2BE23422C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irplane"/>
        </a:ext>
      </dgm:extLst>
    </dgm:pt>
    <dgm:pt modelId="{9ED09564-E9D5-431C-BAAD-9D552E491C3B}" type="pres">
      <dgm:prSet presAssocID="{E8E586CE-A12E-4519-8C4A-5C2BE23422CB}" presName="spaceRect" presStyleCnt="0"/>
      <dgm:spPr/>
    </dgm:pt>
    <dgm:pt modelId="{8BACFBF0-57C5-44AA-A31D-87C60796EB3A}" type="pres">
      <dgm:prSet presAssocID="{E8E586CE-A12E-4519-8C4A-5C2BE23422CB}" presName="parTx" presStyleLbl="revTx" presStyleIdx="1" presStyleCnt="3">
        <dgm:presLayoutVars>
          <dgm:chMax val="0"/>
          <dgm:chPref val="0"/>
        </dgm:presLayoutVars>
      </dgm:prSet>
      <dgm:spPr/>
    </dgm:pt>
    <dgm:pt modelId="{A916260E-1481-4720-8376-753EF43A56E1}" type="pres">
      <dgm:prSet presAssocID="{A00DB095-311A-494D-BF1A-183E0EB9645E}" presName="sibTrans" presStyleCnt="0"/>
      <dgm:spPr/>
    </dgm:pt>
    <dgm:pt modelId="{1EA0217D-08FF-4EE9-9373-B6169FC3A5A0}" type="pres">
      <dgm:prSet presAssocID="{D55424DE-D500-4D81-A3EE-F102A4E5BE27}" presName="compNode" presStyleCnt="0"/>
      <dgm:spPr/>
    </dgm:pt>
    <dgm:pt modelId="{3332C380-615D-458E-ABEC-18BD9160D62A}" type="pres">
      <dgm:prSet presAssocID="{D55424DE-D500-4D81-A3EE-F102A4E5BE27}" presName="bgRect" presStyleLbl="bgShp" presStyleIdx="2" presStyleCnt="3"/>
      <dgm:spPr/>
    </dgm:pt>
    <dgm:pt modelId="{5208AFD7-B0AC-4E94-AC7B-B4EC8F7676A5}" type="pres">
      <dgm:prSet presAssocID="{D55424DE-D500-4D81-A3EE-F102A4E5BE2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E7165820-CE88-4DEF-83E3-A3B8F8677460}" type="pres">
      <dgm:prSet presAssocID="{D55424DE-D500-4D81-A3EE-F102A4E5BE27}" presName="spaceRect" presStyleCnt="0"/>
      <dgm:spPr/>
    </dgm:pt>
    <dgm:pt modelId="{B82AFC3A-3F57-423C-8A21-E90A0AD97B1A}" type="pres">
      <dgm:prSet presAssocID="{D55424DE-D500-4D81-A3EE-F102A4E5BE2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FC5D206-A124-4011-81A8-E3645256CE44}" srcId="{393DF12C-AA18-4D2A-A2AE-A9E9C3546680}" destId="{D55424DE-D500-4D81-A3EE-F102A4E5BE27}" srcOrd="2" destOrd="0" parTransId="{B100BE08-2D6B-43F5-8C39-A8B27BC04376}" sibTransId="{301C655F-234F-4620-B461-C0C66568CF13}"/>
    <dgm:cxn modelId="{68B7EC11-6F65-4C0D-8477-B2A0DFC1005C}" srcId="{393DF12C-AA18-4D2A-A2AE-A9E9C3546680}" destId="{E8E586CE-A12E-4519-8C4A-5C2BE23422CB}" srcOrd="1" destOrd="0" parTransId="{901DA344-6B0A-4395-81B9-8E6D70DBFCAF}" sibTransId="{A00DB095-311A-494D-BF1A-183E0EB9645E}"/>
    <dgm:cxn modelId="{3F4FDC18-21EF-467A-8E51-32E54DA7DE9B}" type="presOf" srcId="{393DF12C-AA18-4D2A-A2AE-A9E9C3546680}" destId="{1A492AD6-D449-4C0F-B5D8-01999B2559A3}" srcOrd="0" destOrd="0" presId="urn:microsoft.com/office/officeart/2018/2/layout/IconVerticalSolidList"/>
    <dgm:cxn modelId="{67F08D2D-F110-41F0-92CF-D3A5144F3D74}" type="presOf" srcId="{C850A2EB-8F6A-49A0-A657-AB32EFD2EAE1}" destId="{0EFF750C-93C3-4D1B-A683-077E4A74D438}" srcOrd="0" destOrd="0" presId="urn:microsoft.com/office/officeart/2018/2/layout/IconVerticalSolidList"/>
    <dgm:cxn modelId="{C5A57099-AA89-4865-8931-50C0B312B37B}" type="presOf" srcId="{D55424DE-D500-4D81-A3EE-F102A4E5BE27}" destId="{B82AFC3A-3F57-423C-8A21-E90A0AD97B1A}" srcOrd="0" destOrd="0" presId="urn:microsoft.com/office/officeart/2018/2/layout/IconVerticalSolidList"/>
    <dgm:cxn modelId="{0C0E55B2-89C9-4205-900B-7AB58CC0FC53}" type="presOf" srcId="{E8E586CE-A12E-4519-8C4A-5C2BE23422CB}" destId="{8BACFBF0-57C5-44AA-A31D-87C60796EB3A}" srcOrd="0" destOrd="0" presId="urn:microsoft.com/office/officeart/2018/2/layout/IconVerticalSolidList"/>
    <dgm:cxn modelId="{773E96E2-0014-49D1-9BF7-707D79A7D8FA}" srcId="{393DF12C-AA18-4D2A-A2AE-A9E9C3546680}" destId="{C850A2EB-8F6A-49A0-A657-AB32EFD2EAE1}" srcOrd="0" destOrd="0" parTransId="{2178EB09-9977-4805-8447-B77D7DBB54A8}" sibTransId="{11F5B627-4635-4819-8AAC-F4983D2F040F}"/>
    <dgm:cxn modelId="{E2FBB872-7A67-4316-847F-A0F70228B0E2}" type="presParOf" srcId="{1A492AD6-D449-4C0F-B5D8-01999B2559A3}" destId="{CD3A2D21-EB49-40A2-8F62-F4ED7E4A5BDB}" srcOrd="0" destOrd="0" presId="urn:microsoft.com/office/officeart/2018/2/layout/IconVerticalSolidList"/>
    <dgm:cxn modelId="{D072493A-EC5A-478E-8F32-185868A39143}" type="presParOf" srcId="{CD3A2D21-EB49-40A2-8F62-F4ED7E4A5BDB}" destId="{12A196C7-9B3C-4C73-B1EC-EFB92FD752BA}" srcOrd="0" destOrd="0" presId="urn:microsoft.com/office/officeart/2018/2/layout/IconVerticalSolidList"/>
    <dgm:cxn modelId="{EF82169F-27E5-4FD4-A4C5-7B90A4D135D7}" type="presParOf" srcId="{CD3A2D21-EB49-40A2-8F62-F4ED7E4A5BDB}" destId="{DBFF31BD-4692-4C81-A07D-453E8D2BDEA5}" srcOrd="1" destOrd="0" presId="urn:microsoft.com/office/officeart/2018/2/layout/IconVerticalSolidList"/>
    <dgm:cxn modelId="{C53D7754-9476-48B3-8556-8C283B853704}" type="presParOf" srcId="{CD3A2D21-EB49-40A2-8F62-F4ED7E4A5BDB}" destId="{99622906-C710-4588-9AE4-AF437485DF0B}" srcOrd="2" destOrd="0" presId="urn:microsoft.com/office/officeart/2018/2/layout/IconVerticalSolidList"/>
    <dgm:cxn modelId="{BE586136-2EF6-4225-828C-9E6A1A73542E}" type="presParOf" srcId="{CD3A2D21-EB49-40A2-8F62-F4ED7E4A5BDB}" destId="{0EFF750C-93C3-4D1B-A683-077E4A74D438}" srcOrd="3" destOrd="0" presId="urn:microsoft.com/office/officeart/2018/2/layout/IconVerticalSolidList"/>
    <dgm:cxn modelId="{8097F91B-493D-4721-BCD6-552970435F8E}" type="presParOf" srcId="{1A492AD6-D449-4C0F-B5D8-01999B2559A3}" destId="{B35FF39B-E0A2-4B02-8FB5-116A2EE0E443}" srcOrd="1" destOrd="0" presId="urn:microsoft.com/office/officeart/2018/2/layout/IconVerticalSolidList"/>
    <dgm:cxn modelId="{B0EACF1B-2424-4637-8521-D001494342B3}" type="presParOf" srcId="{1A492AD6-D449-4C0F-B5D8-01999B2559A3}" destId="{A4D07817-F1F4-41B4-8153-BD9B44899172}" srcOrd="2" destOrd="0" presId="urn:microsoft.com/office/officeart/2018/2/layout/IconVerticalSolidList"/>
    <dgm:cxn modelId="{CE996CDD-32FD-460A-9C0E-F335062E57D2}" type="presParOf" srcId="{A4D07817-F1F4-41B4-8153-BD9B44899172}" destId="{AE13945D-9A51-48B2-B774-F5781C141CF4}" srcOrd="0" destOrd="0" presId="urn:microsoft.com/office/officeart/2018/2/layout/IconVerticalSolidList"/>
    <dgm:cxn modelId="{5BFDD31C-F1E2-4FD9-835C-DDA521F30879}" type="presParOf" srcId="{A4D07817-F1F4-41B4-8153-BD9B44899172}" destId="{26F3392D-3E98-4D20-8B82-1BA66FB7327E}" srcOrd="1" destOrd="0" presId="urn:microsoft.com/office/officeart/2018/2/layout/IconVerticalSolidList"/>
    <dgm:cxn modelId="{23E5F6E4-2A5E-416D-A778-94D1E4B917BB}" type="presParOf" srcId="{A4D07817-F1F4-41B4-8153-BD9B44899172}" destId="{9ED09564-E9D5-431C-BAAD-9D552E491C3B}" srcOrd="2" destOrd="0" presId="urn:microsoft.com/office/officeart/2018/2/layout/IconVerticalSolidList"/>
    <dgm:cxn modelId="{A57E726E-2FBB-4A02-88ED-363A139B3BCA}" type="presParOf" srcId="{A4D07817-F1F4-41B4-8153-BD9B44899172}" destId="{8BACFBF0-57C5-44AA-A31D-87C60796EB3A}" srcOrd="3" destOrd="0" presId="urn:microsoft.com/office/officeart/2018/2/layout/IconVerticalSolidList"/>
    <dgm:cxn modelId="{7A951E5D-7DFB-427F-8452-EC44FC79E02E}" type="presParOf" srcId="{1A492AD6-D449-4C0F-B5D8-01999B2559A3}" destId="{A916260E-1481-4720-8376-753EF43A56E1}" srcOrd="3" destOrd="0" presId="urn:microsoft.com/office/officeart/2018/2/layout/IconVerticalSolidList"/>
    <dgm:cxn modelId="{0423C279-8E1C-4009-B659-DDA0A5B766FA}" type="presParOf" srcId="{1A492AD6-D449-4C0F-B5D8-01999B2559A3}" destId="{1EA0217D-08FF-4EE9-9373-B6169FC3A5A0}" srcOrd="4" destOrd="0" presId="urn:microsoft.com/office/officeart/2018/2/layout/IconVerticalSolidList"/>
    <dgm:cxn modelId="{33B69FFB-540E-4100-BB8F-48E6AD4FD156}" type="presParOf" srcId="{1EA0217D-08FF-4EE9-9373-B6169FC3A5A0}" destId="{3332C380-615D-458E-ABEC-18BD9160D62A}" srcOrd="0" destOrd="0" presId="urn:microsoft.com/office/officeart/2018/2/layout/IconVerticalSolidList"/>
    <dgm:cxn modelId="{628C3E3D-5B51-44D1-AAB4-C206F2645B77}" type="presParOf" srcId="{1EA0217D-08FF-4EE9-9373-B6169FC3A5A0}" destId="{5208AFD7-B0AC-4E94-AC7B-B4EC8F7676A5}" srcOrd="1" destOrd="0" presId="urn:microsoft.com/office/officeart/2018/2/layout/IconVerticalSolidList"/>
    <dgm:cxn modelId="{53A511BC-24E3-4499-8347-5166C1183D55}" type="presParOf" srcId="{1EA0217D-08FF-4EE9-9373-B6169FC3A5A0}" destId="{E7165820-CE88-4DEF-83E3-A3B8F8677460}" srcOrd="2" destOrd="0" presId="urn:microsoft.com/office/officeart/2018/2/layout/IconVerticalSolidList"/>
    <dgm:cxn modelId="{F2C5C34D-5309-4B1B-B746-9B4263845118}" type="presParOf" srcId="{1EA0217D-08FF-4EE9-9373-B6169FC3A5A0}" destId="{B82AFC3A-3F57-423C-8A21-E90A0AD97B1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054E865C-F993-4E7B-B998-62BE54C6764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9B83288C-ECD7-4A14-8417-12C317110DF6}">
      <dgm:prSet/>
      <dgm:spPr/>
      <dgm:t>
        <a:bodyPr/>
        <a:lstStyle/>
        <a:p>
          <a:r>
            <a:rPr lang="en-US" b="0" i="0"/>
            <a:t>Project Proposal</a:t>
          </a:r>
          <a:endParaRPr lang="en-US"/>
        </a:p>
      </dgm:t>
    </dgm:pt>
    <dgm:pt modelId="{BB8E7825-0A91-4ED9-945D-0E8CF7668760}" type="parTrans" cxnId="{F8BE5E97-0E11-41CC-9D96-58EBE88E9EA4}">
      <dgm:prSet/>
      <dgm:spPr/>
      <dgm:t>
        <a:bodyPr/>
        <a:lstStyle/>
        <a:p>
          <a:endParaRPr lang="en-US"/>
        </a:p>
      </dgm:t>
    </dgm:pt>
    <dgm:pt modelId="{01265CC8-919B-4450-92CB-94AEA03ABE4F}" type="sibTrans" cxnId="{F8BE5E97-0E11-41CC-9D96-58EBE88E9EA4}">
      <dgm:prSet/>
      <dgm:spPr/>
      <dgm:t>
        <a:bodyPr/>
        <a:lstStyle/>
        <a:p>
          <a:endParaRPr lang="en-US"/>
        </a:p>
      </dgm:t>
    </dgm:pt>
    <dgm:pt modelId="{446DF863-1A53-4343-ACB7-BEB952A0C4BB}">
      <dgm:prSet/>
      <dgm:spPr/>
      <dgm:t>
        <a:bodyPr/>
        <a:lstStyle/>
        <a:p>
          <a:r>
            <a:rPr lang="en-US" b="0" i="0"/>
            <a:t>Dataset</a:t>
          </a:r>
          <a:endParaRPr lang="en-US"/>
        </a:p>
      </dgm:t>
    </dgm:pt>
    <dgm:pt modelId="{51DC9D76-4234-43F3-AEA8-629A7C433943}" type="parTrans" cxnId="{9E95A16F-775F-4ECC-AE10-61A0F90998A6}">
      <dgm:prSet/>
      <dgm:spPr/>
      <dgm:t>
        <a:bodyPr/>
        <a:lstStyle/>
        <a:p>
          <a:endParaRPr lang="en-US"/>
        </a:p>
      </dgm:t>
    </dgm:pt>
    <dgm:pt modelId="{C7BBAA52-9320-4D98-932C-CC4161B49440}" type="sibTrans" cxnId="{9E95A16F-775F-4ECC-AE10-61A0F90998A6}">
      <dgm:prSet/>
      <dgm:spPr/>
      <dgm:t>
        <a:bodyPr/>
        <a:lstStyle/>
        <a:p>
          <a:endParaRPr lang="en-US"/>
        </a:p>
      </dgm:t>
    </dgm:pt>
    <dgm:pt modelId="{A07698A8-C769-4E4C-B9C6-7F299CAE9179}">
      <dgm:prSet/>
      <dgm:spPr/>
      <dgm:t>
        <a:bodyPr/>
        <a:lstStyle/>
        <a:p>
          <a:r>
            <a:rPr lang="en-US" b="0" i="0"/>
            <a:t>Problem statement</a:t>
          </a:r>
          <a:endParaRPr lang="en-US"/>
        </a:p>
      </dgm:t>
    </dgm:pt>
    <dgm:pt modelId="{FF100F55-A2CE-4FF5-9A63-789C6C5150C3}" type="parTrans" cxnId="{94EEB9AA-A547-4D1A-A6E2-797CAFD9F696}">
      <dgm:prSet/>
      <dgm:spPr/>
      <dgm:t>
        <a:bodyPr/>
        <a:lstStyle/>
        <a:p>
          <a:endParaRPr lang="en-US"/>
        </a:p>
      </dgm:t>
    </dgm:pt>
    <dgm:pt modelId="{8B79E7AB-7A45-4061-B11E-418DC5B7CDFC}" type="sibTrans" cxnId="{94EEB9AA-A547-4D1A-A6E2-797CAFD9F696}">
      <dgm:prSet/>
      <dgm:spPr/>
      <dgm:t>
        <a:bodyPr/>
        <a:lstStyle/>
        <a:p>
          <a:endParaRPr lang="en-US"/>
        </a:p>
      </dgm:t>
    </dgm:pt>
    <dgm:pt modelId="{2F0A5954-F8FA-4410-9305-6A4F66E441E7}">
      <dgm:prSet/>
      <dgm:spPr/>
      <dgm:t>
        <a:bodyPr/>
        <a:lstStyle/>
        <a:p>
          <a:r>
            <a:rPr lang="en-US" b="0" i="0"/>
            <a:t>Decision context</a:t>
          </a:r>
          <a:endParaRPr lang="en-US"/>
        </a:p>
      </dgm:t>
    </dgm:pt>
    <dgm:pt modelId="{D6687497-2937-442C-8031-B2F7B710C239}" type="parTrans" cxnId="{A2BE5EBC-4CD3-437B-9C8F-EE81EC26E08D}">
      <dgm:prSet/>
      <dgm:spPr/>
      <dgm:t>
        <a:bodyPr/>
        <a:lstStyle/>
        <a:p>
          <a:endParaRPr lang="en-US"/>
        </a:p>
      </dgm:t>
    </dgm:pt>
    <dgm:pt modelId="{B02A504F-F9A8-4A5F-8343-31C4F486B282}" type="sibTrans" cxnId="{A2BE5EBC-4CD3-437B-9C8F-EE81EC26E08D}">
      <dgm:prSet/>
      <dgm:spPr/>
      <dgm:t>
        <a:bodyPr/>
        <a:lstStyle/>
        <a:p>
          <a:endParaRPr lang="en-US"/>
        </a:p>
      </dgm:t>
    </dgm:pt>
    <dgm:pt modelId="{66D90287-36C7-4789-8D3A-BB2F97684C98}">
      <dgm:prSet/>
      <dgm:spPr/>
      <dgm:t>
        <a:bodyPr/>
        <a:lstStyle/>
        <a:p>
          <a:r>
            <a:rPr lang="en-US" b="0" i="0"/>
            <a:t>Feasibility assessment</a:t>
          </a:r>
          <a:endParaRPr lang="en-US"/>
        </a:p>
      </dgm:t>
    </dgm:pt>
    <dgm:pt modelId="{E665EFD8-FF9D-4532-9EA6-294B8C16D648}" type="parTrans" cxnId="{4930D5D7-6F1E-4C6B-9819-DF68258366DE}">
      <dgm:prSet/>
      <dgm:spPr/>
      <dgm:t>
        <a:bodyPr/>
        <a:lstStyle/>
        <a:p>
          <a:endParaRPr lang="en-US"/>
        </a:p>
      </dgm:t>
    </dgm:pt>
    <dgm:pt modelId="{5ECF5CF0-0600-4CBB-AAAC-3310502A5D0A}" type="sibTrans" cxnId="{4930D5D7-6F1E-4C6B-9819-DF68258366DE}">
      <dgm:prSet/>
      <dgm:spPr/>
      <dgm:t>
        <a:bodyPr/>
        <a:lstStyle/>
        <a:p>
          <a:endParaRPr lang="en-US"/>
        </a:p>
      </dgm:t>
    </dgm:pt>
    <dgm:pt modelId="{F07388AC-CCEC-46BB-83E2-E0D154707876}" type="pres">
      <dgm:prSet presAssocID="{054E865C-F993-4E7B-B998-62BE54C67641}" presName="root" presStyleCnt="0">
        <dgm:presLayoutVars>
          <dgm:dir/>
          <dgm:resizeHandles val="exact"/>
        </dgm:presLayoutVars>
      </dgm:prSet>
      <dgm:spPr/>
    </dgm:pt>
    <dgm:pt modelId="{1E405EB6-BE2B-4614-A3A8-22B7B206729C}" type="pres">
      <dgm:prSet presAssocID="{9B83288C-ECD7-4A14-8417-12C317110DF6}" presName="compNode" presStyleCnt="0"/>
      <dgm:spPr/>
    </dgm:pt>
    <dgm:pt modelId="{38C1D4A3-EA20-416E-B605-0BD73A9753A7}" type="pres">
      <dgm:prSet presAssocID="{9B83288C-ECD7-4A14-8417-12C317110DF6}" presName="bgRect" presStyleLbl="bgShp" presStyleIdx="0" presStyleCnt="5"/>
      <dgm:spPr/>
    </dgm:pt>
    <dgm:pt modelId="{4B8C9F76-67DD-4BC4-9833-87C188727283}" type="pres">
      <dgm:prSet presAssocID="{9B83288C-ECD7-4A14-8417-12C317110DF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FC169082-EC82-43C9-B09E-C840A10E2574}" type="pres">
      <dgm:prSet presAssocID="{9B83288C-ECD7-4A14-8417-12C317110DF6}" presName="spaceRect" presStyleCnt="0"/>
      <dgm:spPr/>
    </dgm:pt>
    <dgm:pt modelId="{D47A0564-DFB2-4990-9868-46D8A0980B5C}" type="pres">
      <dgm:prSet presAssocID="{9B83288C-ECD7-4A14-8417-12C317110DF6}" presName="parTx" presStyleLbl="revTx" presStyleIdx="0" presStyleCnt="5">
        <dgm:presLayoutVars>
          <dgm:chMax val="0"/>
          <dgm:chPref val="0"/>
        </dgm:presLayoutVars>
      </dgm:prSet>
      <dgm:spPr/>
    </dgm:pt>
    <dgm:pt modelId="{FBD50451-AB41-401C-99E2-86B1510E6AA3}" type="pres">
      <dgm:prSet presAssocID="{01265CC8-919B-4450-92CB-94AEA03ABE4F}" presName="sibTrans" presStyleCnt="0"/>
      <dgm:spPr/>
    </dgm:pt>
    <dgm:pt modelId="{5582D757-5C6C-483F-ACD4-D0C986805360}" type="pres">
      <dgm:prSet presAssocID="{446DF863-1A53-4343-ACB7-BEB952A0C4BB}" presName="compNode" presStyleCnt="0"/>
      <dgm:spPr/>
    </dgm:pt>
    <dgm:pt modelId="{AB7D57BC-A77B-4CD6-84CC-E36BD8E51011}" type="pres">
      <dgm:prSet presAssocID="{446DF863-1A53-4343-ACB7-BEB952A0C4BB}" presName="bgRect" presStyleLbl="bgShp" presStyleIdx="1" presStyleCnt="5"/>
      <dgm:spPr/>
    </dgm:pt>
    <dgm:pt modelId="{293986AF-51C7-4D9D-BF1E-E2A4703B2CDA}" type="pres">
      <dgm:prSet presAssocID="{446DF863-1A53-4343-ACB7-BEB952A0C4B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BC8CCF5-DA1A-48FD-B302-981B9843D26E}" type="pres">
      <dgm:prSet presAssocID="{446DF863-1A53-4343-ACB7-BEB952A0C4BB}" presName="spaceRect" presStyleCnt="0"/>
      <dgm:spPr/>
    </dgm:pt>
    <dgm:pt modelId="{60597E11-0F84-4C6D-9351-CE21C4E38276}" type="pres">
      <dgm:prSet presAssocID="{446DF863-1A53-4343-ACB7-BEB952A0C4BB}" presName="parTx" presStyleLbl="revTx" presStyleIdx="1" presStyleCnt="5">
        <dgm:presLayoutVars>
          <dgm:chMax val="0"/>
          <dgm:chPref val="0"/>
        </dgm:presLayoutVars>
      </dgm:prSet>
      <dgm:spPr/>
    </dgm:pt>
    <dgm:pt modelId="{E2D37881-D754-4B32-B8A4-ECA05B1311D7}" type="pres">
      <dgm:prSet presAssocID="{C7BBAA52-9320-4D98-932C-CC4161B49440}" presName="sibTrans" presStyleCnt="0"/>
      <dgm:spPr/>
    </dgm:pt>
    <dgm:pt modelId="{C746C90F-C4A8-49ED-8836-4852793118EC}" type="pres">
      <dgm:prSet presAssocID="{A07698A8-C769-4E4C-B9C6-7F299CAE9179}" presName="compNode" presStyleCnt="0"/>
      <dgm:spPr/>
    </dgm:pt>
    <dgm:pt modelId="{CB4C4C7C-D188-48CE-BA5A-873FC310B844}" type="pres">
      <dgm:prSet presAssocID="{A07698A8-C769-4E4C-B9C6-7F299CAE9179}" presName="bgRect" presStyleLbl="bgShp" presStyleIdx="2" presStyleCnt="5"/>
      <dgm:spPr/>
    </dgm:pt>
    <dgm:pt modelId="{8A5729A0-4574-46BB-9C6A-B6F778466EB3}" type="pres">
      <dgm:prSet presAssocID="{A07698A8-C769-4E4C-B9C6-7F299CAE917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B0D2490-1A98-4C51-9CC7-160E9B32AD00}" type="pres">
      <dgm:prSet presAssocID="{A07698A8-C769-4E4C-B9C6-7F299CAE9179}" presName="spaceRect" presStyleCnt="0"/>
      <dgm:spPr/>
    </dgm:pt>
    <dgm:pt modelId="{1113025E-4882-4B57-AA19-4CD839A1B536}" type="pres">
      <dgm:prSet presAssocID="{A07698A8-C769-4E4C-B9C6-7F299CAE9179}" presName="parTx" presStyleLbl="revTx" presStyleIdx="2" presStyleCnt="5">
        <dgm:presLayoutVars>
          <dgm:chMax val="0"/>
          <dgm:chPref val="0"/>
        </dgm:presLayoutVars>
      </dgm:prSet>
      <dgm:spPr/>
    </dgm:pt>
    <dgm:pt modelId="{946D2FB4-A124-4780-A077-D524664B8CFD}" type="pres">
      <dgm:prSet presAssocID="{8B79E7AB-7A45-4061-B11E-418DC5B7CDFC}" presName="sibTrans" presStyleCnt="0"/>
      <dgm:spPr/>
    </dgm:pt>
    <dgm:pt modelId="{3B922C0A-D52E-42B2-941D-AD40C9CEE7CA}" type="pres">
      <dgm:prSet presAssocID="{2F0A5954-F8FA-4410-9305-6A4F66E441E7}" presName="compNode" presStyleCnt="0"/>
      <dgm:spPr/>
    </dgm:pt>
    <dgm:pt modelId="{1DAA1733-CD5A-4DB4-A226-AAED8CE9D7B5}" type="pres">
      <dgm:prSet presAssocID="{2F0A5954-F8FA-4410-9305-6A4F66E441E7}" presName="bgRect" presStyleLbl="bgShp" presStyleIdx="3" presStyleCnt="5"/>
      <dgm:spPr/>
    </dgm:pt>
    <dgm:pt modelId="{0E57409B-7090-4146-982F-796DCE8D321B}" type="pres">
      <dgm:prSet presAssocID="{2F0A5954-F8FA-4410-9305-6A4F66E441E7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E16029B-0FF9-4F9A-84C7-005503F2EE47}" type="pres">
      <dgm:prSet presAssocID="{2F0A5954-F8FA-4410-9305-6A4F66E441E7}" presName="spaceRect" presStyleCnt="0"/>
      <dgm:spPr/>
    </dgm:pt>
    <dgm:pt modelId="{65A5C85B-57F9-49A4-B4A3-742C69FE53BD}" type="pres">
      <dgm:prSet presAssocID="{2F0A5954-F8FA-4410-9305-6A4F66E441E7}" presName="parTx" presStyleLbl="revTx" presStyleIdx="3" presStyleCnt="5">
        <dgm:presLayoutVars>
          <dgm:chMax val="0"/>
          <dgm:chPref val="0"/>
        </dgm:presLayoutVars>
      </dgm:prSet>
      <dgm:spPr/>
    </dgm:pt>
    <dgm:pt modelId="{429CF47D-FF9A-449F-B2B2-9845F1181AE4}" type="pres">
      <dgm:prSet presAssocID="{B02A504F-F9A8-4A5F-8343-31C4F486B282}" presName="sibTrans" presStyleCnt="0"/>
      <dgm:spPr/>
    </dgm:pt>
    <dgm:pt modelId="{59764A42-36E3-4C14-82F3-E5D4D27CDD55}" type="pres">
      <dgm:prSet presAssocID="{66D90287-36C7-4789-8D3A-BB2F97684C98}" presName="compNode" presStyleCnt="0"/>
      <dgm:spPr/>
    </dgm:pt>
    <dgm:pt modelId="{A2B378C7-E3D3-44D8-ACFC-DB1876BBD00E}" type="pres">
      <dgm:prSet presAssocID="{66D90287-36C7-4789-8D3A-BB2F97684C98}" presName="bgRect" presStyleLbl="bgShp" presStyleIdx="4" presStyleCnt="5"/>
      <dgm:spPr/>
    </dgm:pt>
    <dgm:pt modelId="{74155ED1-E575-4577-B117-1EC7F846F9A8}" type="pres">
      <dgm:prSet presAssocID="{66D90287-36C7-4789-8D3A-BB2F97684C9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C96B059E-1F0C-4210-8194-048E86F18858}" type="pres">
      <dgm:prSet presAssocID="{66D90287-36C7-4789-8D3A-BB2F97684C98}" presName="spaceRect" presStyleCnt="0"/>
      <dgm:spPr/>
    </dgm:pt>
    <dgm:pt modelId="{E8F12FCB-A43C-4C1E-9065-3693FA60BB87}" type="pres">
      <dgm:prSet presAssocID="{66D90287-36C7-4789-8D3A-BB2F97684C98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A58E9B0C-5AB9-479D-83F1-A310B7B03328}" type="presOf" srcId="{2F0A5954-F8FA-4410-9305-6A4F66E441E7}" destId="{65A5C85B-57F9-49A4-B4A3-742C69FE53BD}" srcOrd="0" destOrd="0" presId="urn:microsoft.com/office/officeart/2018/2/layout/IconVerticalSolidList"/>
    <dgm:cxn modelId="{B78AF90D-A08E-498D-AA06-5C02DAFFC5A8}" type="presOf" srcId="{446DF863-1A53-4343-ACB7-BEB952A0C4BB}" destId="{60597E11-0F84-4C6D-9351-CE21C4E38276}" srcOrd="0" destOrd="0" presId="urn:microsoft.com/office/officeart/2018/2/layout/IconVerticalSolidList"/>
    <dgm:cxn modelId="{D1563137-6E35-47A4-8AF9-34DE41FAE8E6}" type="presOf" srcId="{9B83288C-ECD7-4A14-8417-12C317110DF6}" destId="{D47A0564-DFB2-4990-9868-46D8A0980B5C}" srcOrd="0" destOrd="0" presId="urn:microsoft.com/office/officeart/2018/2/layout/IconVerticalSolidList"/>
    <dgm:cxn modelId="{2FFB423F-D0FC-442D-B1F8-0FF166BFDA77}" type="presOf" srcId="{66D90287-36C7-4789-8D3A-BB2F97684C98}" destId="{E8F12FCB-A43C-4C1E-9065-3693FA60BB87}" srcOrd="0" destOrd="0" presId="urn:microsoft.com/office/officeart/2018/2/layout/IconVerticalSolidList"/>
    <dgm:cxn modelId="{5B8B3F44-F749-46CA-91D0-9F419D8763B1}" type="presOf" srcId="{A07698A8-C769-4E4C-B9C6-7F299CAE9179}" destId="{1113025E-4882-4B57-AA19-4CD839A1B536}" srcOrd="0" destOrd="0" presId="urn:microsoft.com/office/officeart/2018/2/layout/IconVerticalSolidList"/>
    <dgm:cxn modelId="{9E95A16F-775F-4ECC-AE10-61A0F90998A6}" srcId="{054E865C-F993-4E7B-B998-62BE54C67641}" destId="{446DF863-1A53-4343-ACB7-BEB952A0C4BB}" srcOrd="1" destOrd="0" parTransId="{51DC9D76-4234-43F3-AEA8-629A7C433943}" sibTransId="{C7BBAA52-9320-4D98-932C-CC4161B49440}"/>
    <dgm:cxn modelId="{F8BE5E97-0E11-41CC-9D96-58EBE88E9EA4}" srcId="{054E865C-F993-4E7B-B998-62BE54C67641}" destId="{9B83288C-ECD7-4A14-8417-12C317110DF6}" srcOrd="0" destOrd="0" parTransId="{BB8E7825-0A91-4ED9-945D-0E8CF7668760}" sibTransId="{01265CC8-919B-4450-92CB-94AEA03ABE4F}"/>
    <dgm:cxn modelId="{94EEB9AA-A547-4D1A-A6E2-797CAFD9F696}" srcId="{054E865C-F993-4E7B-B998-62BE54C67641}" destId="{A07698A8-C769-4E4C-B9C6-7F299CAE9179}" srcOrd="2" destOrd="0" parTransId="{FF100F55-A2CE-4FF5-9A63-789C6C5150C3}" sibTransId="{8B79E7AB-7A45-4061-B11E-418DC5B7CDFC}"/>
    <dgm:cxn modelId="{A2BE5EBC-4CD3-437B-9C8F-EE81EC26E08D}" srcId="{054E865C-F993-4E7B-B998-62BE54C67641}" destId="{2F0A5954-F8FA-4410-9305-6A4F66E441E7}" srcOrd="3" destOrd="0" parTransId="{D6687497-2937-442C-8031-B2F7B710C239}" sibTransId="{B02A504F-F9A8-4A5F-8343-31C4F486B282}"/>
    <dgm:cxn modelId="{CA8D1BD6-18BF-423B-A04B-86E109AC8F7E}" type="presOf" srcId="{054E865C-F993-4E7B-B998-62BE54C67641}" destId="{F07388AC-CCEC-46BB-83E2-E0D154707876}" srcOrd="0" destOrd="0" presId="urn:microsoft.com/office/officeart/2018/2/layout/IconVerticalSolidList"/>
    <dgm:cxn modelId="{4930D5D7-6F1E-4C6B-9819-DF68258366DE}" srcId="{054E865C-F993-4E7B-B998-62BE54C67641}" destId="{66D90287-36C7-4789-8D3A-BB2F97684C98}" srcOrd="4" destOrd="0" parTransId="{E665EFD8-FF9D-4532-9EA6-294B8C16D648}" sibTransId="{5ECF5CF0-0600-4CBB-AAAC-3310502A5D0A}"/>
    <dgm:cxn modelId="{1B7633CB-60B9-4CD8-91E1-0BD8F631C5E3}" type="presParOf" srcId="{F07388AC-CCEC-46BB-83E2-E0D154707876}" destId="{1E405EB6-BE2B-4614-A3A8-22B7B206729C}" srcOrd="0" destOrd="0" presId="urn:microsoft.com/office/officeart/2018/2/layout/IconVerticalSolidList"/>
    <dgm:cxn modelId="{CB5AEDAD-DB95-4848-9BA5-C22877ADAC34}" type="presParOf" srcId="{1E405EB6-BE2B-4614-A3A8-22B7B206729C}" destId="{38C1D4A3-EA20-416E-B605-0BD73A9753A7}" srcOrd="0" destOrd="0" presId="urn:microsoft.com/office/officeart/2018/2/layout/IconVerticalSolidList"/>
    <dgm:cxn modelId="{AEC76727-29A9-4C4E-A512-3EA37D3B22DC}" type="presParOf" srcId="{1E405EB6-BE2B-4614-A3A8-22B7B206729C}" destId="{4B8C9F76-67DD-4BC4-9833-87C188727283}" srcOrd="1" destOrd="0" presId="urn:microsoft.com/office/officeart/2018/2/layout/IconVerticalSolidList"/>
    <dgm:cxn modelId="{D5569F97-3578-49DE-BE31-04AE0D304555}" type="presParOf" srcId="{1E405EB6-BE2B-4614-A3A8-22B7B206729C}" destId="{FC169082-EC82-43C9-B09E-C840A10E2574}" srcOrd="2" destOrd="0" presId="urn:microsoft.com/office/officeart/2018/2/layout/IconVerticalSolidList"/>
    <dgm:cxn modelId="{F890D6FA-09DA-4444-90A4-EE3A39FFF8FA}" type="presParOf" srcId="{1E405EB6-BE2B-4614-A3A8-22B7B206729C}" destId="{D47A0564-DFB2-4990-9868-46D8A0980B5C}" srcOrd="3" destOrd="0" presId="urn:microsoft.com/office/officeart/2018/2/layout/IconVerticalSolidList"/>
    <dgm:cxn modelId="{72D98760-89FF-4C03-887B-D336AE6DD8AF}" type="presParOf" srcId="{F07388AC-CCEC-46BB-83E2-E0D154707876}" destId="{FBD50451-AB41-401C-99E2-86B1510E6AA3}" srcOrd="1" destOrd="0" presId="urn:microsoft.com/office/officeart/2018/2/layout/IconVerticalSolidList"/>
    <dgm:cxn modelId="{A35C21BE-B1F5-4202-BB42-E534306DB6A1}" type="presParOf" srcId="{F07388AC-CCEC-46BB-83E2-E0D154707876}" destId="{5582D757-5C6C-483F-ACD4-D0C986805360}" srcOrd="2" destOrd="0" presId="urn:microsoft.com/office/officeart/2018/2/layout/IconVerticalSolidList"/>
    <dgm:cxn modelId="{9C955BFC-6301-4E25-B7E0-A649B87340E1}" type="presParOf" srcId="{5582D757-5C6C-483F-ACD4-D0C986805360}" destId="{AB7D57BC-A77B-4CD6-84CC-E36BD8E51011}" srcOrd="0" destOrd="0" presId="urn:microsoft.com/office/officeart/2018/2/layout/IconVerticalSolidList"/>
    <dgm:cxn modelId="{FF5972CB-B692-4D6B-81FF-CEF03133FD79}" type="presParOf" srcId="{5582D757-5C6C-483F-ACD4-D0C986805360}" destId="{293986AF-51C7-4D9D-BF1E-E2A4703B2CDA}" srcOrd="1" destOrd="0" presId="urn:microsoft.com/office/officeart/2018/2/layout/IconVerticalSolidList"/>
    <dgm:cxn modelId="{DC6ED769-7D6D-4C93-B175-3BFE839D23C9}" type="presParOf" srcId="{5582D757-5C6C-483F-ACD4-D0C986805360}" destId="{EBC8CCF5-DA1A-48FD-B302-981B9843D26E}" srcOrd="2" destOrd="0" presId="urn:microsoft.com/office/officeart/2018/2/layout/IconVerticalSolidList"/>
    <dgm:cxn modelId="{4E257E4B-9B00-433C-951C-4DE349328AA4}" type="presParOf" srcId="{5582D757-5C6C-483F-ACD4-D0C986805360}" destId="{60597E11-0F84-4C6D-9351-CE21C4E38276}" srcOrd="3" destOrd="0" presId="urn:microsoft.com/office/officeart/2018/2/layout/IconVerticalSolidList"/>
    <dgm:cxn modelId="{90437337-4907-44DB-8DE7-05D218E73F23}" type="presParOf" srcId="{F07388AC-CCEC-46BB-83E2-E0D154707876}" destId="{E2D37881-D754-4B32-B8A4-ECA05B1311D7}" srcOrd="3" destOrd="0" presId="urn:microsoft.com/office/officeart/2018/2/layout/IconVerticalSolidList"/>
    <dgm:cxn modelId="{DFD0267E-C3C1-4CE1-A491-E5876698EEC5}" type="presParOf" srcId="{F07388AC-CCEC-46BB-83E2-E0D154707876}" destId="{C746C90F-C4A8-49ED-8836-4852793118EC}" srcOrd="4" destOrd="0" presId="urn:microsoft.com/office/officeart/2018/2/layout/IconVerticalSolidList"/>
    <dgm:cxn modelId="{43F1C905-377E-4A65-8243-9E252061ECD8}" type="presParOf" srcId="{C746C90F-C4A8-49ED-8836-4852793118EC}" destId="{CB4C4C7C-D188-48CE-BA5A-873FC310B844}" srcOrd="0" destOrd="0" presId="urn:microsoft.com/office/officeart/2018/2/layout/IconVerticalSolidList"/>
    <dgm:cxn modelId="{426CD8C4-DE61-4418-A635-986D016980DE}" type="presParOf" srcId="{C746C90F-C4A8-49ED-8836-4852793118EC}" destId="{8A5729A0-4574-46BB-9C6A-B6F778466EB3}" srcOrd="1" destOrd="0" presId="urn:microsoft.com/office/officeart/2018/2/layout/IconVerticalSolidList"/>
    <dgm:cxn modelId="{929DE975-0B9C-41DE-AA69-CE8486DEFE20}" type="presParOf" srcId="{C746C90F-C4A8-49ED-8836-4852793118EC}" destId="{2B0D2490-1A98-4C51-9CC7-160E9B32AD00}" srcOrd="2" destOrd="0" presId="urn:microsoft.com/office/officeart/2018/2/layout/IconVerticalSolidList"/>
    <dgm:cxn modelId="{C9D1C1F5-D774-4348-97E6-78906B3D9A8B}" type="presParOf" srcId="{C746C90F-C4A8-49ED-8836-4852793118EC}" destId="{1113025E-4882-4B57-AA19-4CD839A1B536}" srcOrd="3" destOrd="0" presId="urn:microsoft.com/office/officeart/2018/2/layout/IconVerticalSolidList"/>
    <dgm:cxn modelId="{68422418-FA2D-45EA-88AD-F24B4838EF6A}" type="presParOf" srcId="{F07388AC-CCEC-46BB-83E2-E0D154707876}" destId="{946D2FB4-A124-4780-A077-D524664B8CFD}" srcOrd="5" destOrd="0" presId="urn:microsoft.com/office/officeart/2018/2/layout/IconVerticalSolidList"/>
    <dgm:cxn modelId="{749655EF-C0DC-46CE-BF0A-917B12ED1064}" type="presParOf" srcId="{F07388AC-CCEC-46BB-83E2-E0D154707876}" destId="{3B922C0A-D52E-42B2-941D-AD40C9CEE7CA}" srcOrd="6" destOrd="0" presId="urn:microsoft.com/office/officeart/2018/2/layout/IconVerticalSolidList"/>
    <dgm:cxn modelId="{FD3D6F48-F7EB-41B3-B0D5-C602F8A71994}" type="presParOf" srcId="{3B922C0A-D52E-42B2-941D-AD40C9CEE7CA}" destId="{1DAA1733-CD5A-4DB4-A226-AAED8CE9D7B5}" srcOrd="0" destOrd="0" presId="urn:microsoft.com/office/officeart/2018/2/layout/IconVerticalSolidList"/>
    <dgm:cxn modelId="{2DE46C63-0700-4C1B-AACA-F9530A968E57}" type="presParOf" srcId="{3B922C0A-D52E-42B2-941D-AD40C9CEE7CA}" destId="{0E57409B-7090-4146-982F-796DCE8D321B}" srcOrd="1" destOrd="0" presId="urn:microsoft.com/office/officeart/2018/2/layout/IconVerticalSolidList"/>
    <dgm:cxn modelId="{0576B397-D536-4F0F-9F6B-584F315C7B7A}" type="presParOf" srcId="{3B922C0A-D52E-42B2-941D-AD40C9CEE7CA}" destId="{7E16029B-0FF9-4F9A-84C7-005503F2EE47}" srcOrd="2" destOrd="0" presId="urn:microsoft.com/office/officeart/2018/2/layout/IconVerticalSolidList"/>
    <dgm:cxn modelId="{3C7232C4-5870-41E4-AD97-D68C30142874}" type="presParOf" srcId="{3B922C0A-D52E-42B2-941D-AD40C9CEE7CA}" destId="{65A5C85B-57F9-49A4-B4A3-742C69FE53BD}" srcOrd="3" destOrd="0" presId="urn:microsoft.com/office/officeart/2018/2/layout/IconVerticalSolidList"/>
    <dgm:cxn modelId="{43065B2F-1421-4B15-BACA-515A8FE82A0F}" type="presParOf" srcId="{F07388AC-CCEC-46BB-83E2-E0D154707876}" destId="{429CF47D-FF9A-449F-B2B2-9845F1181AE4}" srcOrd="7" destOrd="0" presId="urn:microsoft.com/office/officeart/2018/2/layout/IconVerticalSolidList"/>
    <dgm:cxn modelId="{47754813-C653-4CF9-B002-C7559DBD8379}" type="presParOf" srcId="{F07388AC-CCEC-46BB-83E2-E0D154707876}" destId="{59764A42-36E3-4C14-82F3-E5D4D27CDD55}" srcOrd="8" destOrd="0" presId="urn:microsoft.com/office/officeart/2018/2/layout/IconVerticalSolidList"/>
    <dgm:cxn modelId="{D739D6E7-6C94-4090-B292-ECD2D3E814FE}" type="presParOf" srcId="{59764A42-36E3-4C14-82F3-E5D4D27CDD55}" destId="{A2B378C7-E3D3-44D8-ACFC-DB1876BBD00E}" srcOrd="0" destOrd="0" presId="urn:microsoft.com/office/officeart/2018/2/layout/IconVerticalSolidList"/>
    <dgm:cxn modelId="{9CCF9845-20AA-4AC2-B064-0217531975CC}" type="presParOf" srcId="{59764A42-36E3-4C14-82F3-E5D4D27CDD55}" destId="{74155ED1-E575-4577-B117-1EC7F846F9A8}" srcOrd="1" destOrd="0" presId="urn:microsoft.com/office/officeart/2018/2/layout/IconVerticalSolidList"/>
    <dgm:cxn modelId="{DDB9AC32-613F-4BDD-88B5-846DE91C5B47}" type="presParOf" srcId="{59764A42-36E3-4C14-82F3-E5D4D27CDD55}" destId="{C96B059E-1F0C-4210-8194-048E86F18858}" srcOrd="2" destOrd="0" presId="urn:microsoft.com/office/officeart/2018/2/layout/IconVerticalSolidList"/>
    <dgm:cxn modelId="{864696EE-7C36-4043-8784-B06A597A3DD3}" type="presParOf" srcId="{59764A42-36E3-4C14-82F3-E5D4D27CDD55}" destId="{E8F12FCB-A43C-4C1E-9065-3693FA60BB8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2E7851-0F5C-4096-9550-F77FE8D93737}">
      <dsp:nvSpPr>
        <dsp:cNvPr id="0" name=""/>
        <dsp:cNvSpPr/>
      </dsp:nvSpPr>
      <dsp:spPr>
        <a:xfrm>
          <a:off x="0" y="3596670"/>
          <a:ext cx="10856148" cy="118050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/>
            <a:t>Your semester project begins this week.</a:t>
          </a:r>
          <a:endParaRPr lang="en-US" sz="2900" kern="1200"/>
        </a:p>
      </dsp:txBody>
      <dsp:txXfrm>
        <a:off x="0" y="3596670"/>
        <a:ext cx="10856148" cy="1180507"/>
      </dsp:txXfrm>
    </dsp:sp>
    <dsp:sp modelId="{A3692128-52A5-45B7-8EAF-CBFE5FAA6747}">
      <dsp:nvSpPr>
        <dsp:cNvPr id="0" name=""/>
        <dsp:cNvSpPr/>
      </dsp:nvSpPr>
      <dsp:spPr>
        <a:xfrm rot="10800000">
          <a:off x="0" y="1798757"/>
          <a:ext cx="10856148" cy="1815620"/>
        </a:xfrm>
        <a:prstGeom prst="upArrowCallou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/>
            <a:t>Now we’re entering Part 2: apply that thinking to real projects.</a:t>
          </a:r>
          <a:endParaRPr lang="en-US" sz="2900" kern="1200"/>
        </a:p>
      </dsp:txBody>
      <dsp:txXfrm rot="10800000">
        <a:off x="0" y="1798757"/>
        <a:ext cx="10856148" cy="1179735"/>
      </dsp:txXfrm>
    </dsp:sp>
    <dsp:sp modelId="{66152825-60B1-4976-915D-ACDC6F3EC623}">
      <dsp:nvSpPr>
        <dsp:cNvPr id="0" name=""/>
        <dsp:cNvSpPr/>
      </dsp:nvSpPr>
      <dsp:spPr>
        <a:xfrm rot="10800000">
          <a:off x="0" y="844"/>
          <a:ext cx="10856148" cy="1815620"/>
        </a:xfrm>
        <a:prstGeom prst="upArrowCallou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/>
            <a:t>Part 1 focused on analytic thinking and value framing.</a:t>
          </a:r>
          <a:endParaRPr lang="en-US" sz="2900" kern="1200"/>
        </a:p>
      </dsp:txBody>
      <dsp:txXfrm rot="10800000">
        <a:off x="0" y="844"/>
        <a:ext cx="10856148" cy="11797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207A37-1E38-420D-A28E-C7A78B7C01C0}">
      <dsp:nvSpPr>
        <dsp:cNvPr id="0" name=""/>
        <dsp:cNvSpPr/>
      </dsp:nvSpPr>
      <dsp:spPr>
        <a:xfrm>
          <a:off x="682823" y="746510"/>
          <a:ext cx="1955812" cy="1955812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1BE76D-BEF1-4640-B8AC-AAD1B2B642EC}">
      <dsp:nvSpPr>
        <dsp:cNvPr id="0" name=""/>
        <dsp:cNvSpPr/>
      </dsp:nvSpPr>
      <dsp:spPr>
        <a:xfrm>
          <a:off x="1099636" y="1163323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6847DB-DE90-41F6-8876-98439EEE8F5B}">
      <dsp:nvSpPr>
        <dsp:cNvPr id="0" name=""/>
        <dsp:cNvSpPr/>
      </dsp:nvSpPr>
      <dsp:spPr>
        <a:xfrm>
          <a:off x="57605" y="3311511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b="0" i="0" kern="1200"/>
            <a:t>A decision-focused analytics project.</a:t>
          </a:r>
          <a:endParaRPr lang="en-US" sz="2300" kern="1200"/>
        </a:p>
      </dsp:txBody>
      <dsp:txXfrm>
        <a:off x="57605" y="3311511"/>
        <a:ext cx="3206250" cy="720000"/>
      </dsp:txXfrm>
    </dsp:sp>
    <dsp:sp modelId="{9E332D51-4F56-4E1B-97A4-6FC157F92BAE}">
      <dsp:nvSpPr>
        <dsp:cNvPr id="0" name=""/>
        <dsp:cNvSpPr/>
      </dsp:nvSpPr>
      <dsp:spPr>
        <a:xfrm>
          <a:off x="4450167" y="746510"/>
          <a:ext cx="1955812" cy="1955812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DE6A03-7000-4FBF-BFF9-CAF931C70111}">
      <dsp:nvSpPr>
        <dsp:cNvPr id="0" name=""/>
        <dsp:cNvSpPr/>
      </dsp:nvSpPr>
      <dsp:spPr>
        <a:xfrm>
          <a:off x="4866980" y="1163323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535FE9-6348-4E4F-978C-11E2E4F870EB}">
      <dsp:nvSpPr>
        <dsp:cNvPr id="0" name=""/>
        <dsp:cNvSpPr/>
      </dsp:nvSpPr>
      <dsp:spPr>
        <a:xfrm>
          <a:off x="3824949" y="3311511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b="0" i="0" kern="1200"/>
            <a:t>Data used to improve a decision.</a:t>
          </a:r>
          <a:endParaRPr lang="en-US" sz="2300" kern="1200"/>
        </a:p>
      </dsp:txBody>
      <dsp:txXfrm>
        <a:off x="3824949" y="3311511"/>
        <a:ext cx="3206250" cy="720000"/>
      </dsp:txXfrm>
    </dsp:sp>
    <dsp:sp modelId="{99C45B29-D325-4ABF-9F32-23733EE1E8E4}">
      <dsp:nvSpPr>
        <dsp:cNvPr id="0" name=""/>
        <dsp:cNvSpPr/>
      </dsp:nvSpPr>
      <dsp:spPr>
        <a:xfrm>
          <a:off x="8217511" y="746510"/>
          <a:ext cx="1955812" cy="1955812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427FE3-C425-4689-8024-B7C14AA60455}">
      <dsp:nvSpPr>
        <dsp:cNvPr id="0" name=""/>
        <dsp:cNvSpPr/>
      </dsp:nvSpPr>
      <dsp:spPr>
        <a:xfrm>
          <a:off x="8634324" y="1163323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125F8C-4D7C-4F86-83BD-EAFBE8894F8C}">
      <dsp:nvSpPr>
        <dsp:cNvPr id="0" name=""/>
        <dsp:cNvSpPr/>
      </dsp:nvSpPr>
      <dsp:spPr>
        <a:xfrm>
          <a:off x="7592292" y="3311511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b="0" i="0" kern="1200"/>
            <a:t>Application of course concepts.</a:t>
          </a:r>
          <a:endParaRPr lang="en-US" sz="2300" kern="1200"/>
        </a:p>
      </dsp:txBody>
      <dsp:txXfrm>
        <a:off x="7592292" y="3311511"/>
        <a:ext cx="32062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ACF425-9F5B-464A-A3AC-50020EFF6D1D}">
      <dsp:nvSpPr>
        <dsp:cNvPr id="0" name=""/>
        <dsp:cNvSpPr/>
      </dsp:nvSpPr>
      <dsp:spPr>
        <a:xfrm>
          <a:off x="0" y="2333"/>
          <a:ext cx="1085614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51311E-073F-42C2-878C-879562CAC4B6}">
      <dsp:nvSpPr>
        <dsp:cNvPr id="0" name=""/>
        <dsp:cNvSpPr/>
      </dsp:nvSpPr>
      <dsp:spPr>
        <a:xfrm>
          <a:off x="0" y="2333"/>
          <a:ext cx="10856148" cy="1591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030" tIns="240030" rIns="240030" bIns="240030" numCol="1" spcCol="1270" anchor="t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b="0" i="0" kern="1200"/>
            <a:t>Not a coding exercise.</a:t>
          </a:r>
          <a:endParaRPr lang="en-US" sz="6300" kern="1200"/>
        </a:p>
      </dsp:txBody>
      <dsp:txXfrm>
        <a:off x="0" y="2333"/>
        <a:ext cx="10856148" cy="1591118"/>
      </dsp:txXfrm>
    </dsp:sp>
    <dsp:sp modelId="{FD0D8D35-B4EA-4E1E-9ECE-14DA184BB9A2}">
      <dsp:nvSpPr>
        <dsp:cNvPr id="0" name=""/>
        <dsp:cNvSpPr/>
      </dsp:nvSpPr>
      <dsp:spPr>
        <a:xfrm>
          <a:off x="0" y="1593451"/>
          <a:ext cx="1085614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F78B92-F0C6-4192-ACB9-2D60BF7253EA}">
      <dsp:nvSpPr>
        <dsp:cNvPr id="0" name=""/>
        <dsp:cNvSpPr/>
      </dsp:nvSpPr>
      <dsp:spPr>
        <a:xfrm>
          <a:off x="0" y="1593451"/>
          <a:ext cx="10856148" cy="1591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030" tIns="240030" rIns="240030" bIns="240030" numCol="1" spcCol="1270" anchor="t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b="0" i="0" kern="1200"/>
            <a:t>Not a dashboard demo.</a:t>
          </a:r>
          <a:endParaRPr lang="en-US" sz="6300" kern="1200"/>
        </a:p>
      </dsp:txBody>
      <dsp:txXfrm>
        <a:off x="0" y="1593451"/>
        <a:ext cx="10856148" cy="1591118"/>
      </dsp:txXfrm>
    </dsp:sp>
    <dsp:sp modelId="{F5B9913F-B714-4D16-80D1-9FC8ECA66746}">
      <dsp:nvSpPr>
        <dsp:cNvPr id="0" name=""/>
        <dsp:cNvSpPr/>
      </dsp:nvSpPr>
      <dsp:spPr>
        <a:xfrm>
          <a:off x="0" y="3184570"/>
          <a:ext cx="1085614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2601F0-9CDB-4B4C-AB4D-7F9BB8F8503D}">
      <dsp:nvSpPr>
        <dsp:cNvPr id="0" name=""/>
        <dsp:cNvSpPr/>
      </dsp:nvSpPr>
      <dsp:spPr>
        <a:xfrm>
          <a:off x="0" y="3184570"/>
          <a:ext cx="10856148" cy="1591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030" tIns="240030" rIns="240030" bIns="240030" numCol="1" spcCol="1270" anchor="t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b="0" i="0" kern="1200"/>
            <a:t>Not just exploring a dataset.</a:t>
          </a:r>
          <a:endParaRPr lang="en-US" sz="6300" kern="1200"/>
        </a:p>
      </dsp:txBody>
      <dsp:txXfrm>
        <a:off x="0" y="3184570"/>
        <a:ext cx="10856148" cy="159111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A58E79-EAA0-4C71-BD10-E97D01FA4139}">
      <dsp:nvSpPr>
        <dsp:cNvPr id="0" name=""/>
        <dsp:cNvSpPr/>
      </dsp:nvSpPr>
      <dsp:spPr>
        <a:xfrm>
          <a:off x="1918074" y="821842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9AEDE9-E3FF-409B-B986-099D445D8DD1}">
      <dsp:nvSpPr>
        <dsp:cNvPr id="0" name=""/>
        <dsp:cNvSpPr/>
      </dsp:nvSpPr>
      <dsp:spPr>
        <a:xfrm>
          <a:off x="730073" y="3236179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/>
            <a:t>Choosing the right problem determines project success.</a:t>
          </a:r>
          <a:endParaRPr lang="en-US" sz="2400" kern="1200"/>
        </a:p>
      </dsp:txBody>
      <dsp:txXfrm>
        <a:off x="730073" y="3236179"/>
        <a:ext cx="4320000" cy="720000"/>
      </dsp:txXfrm>
    </dsp:sp>
    <dsp:sp modelId="{E40F776C-1A92-4CF5-8349-43430F521F99}">
      <dsp:nvSpPr>
        <dsp:cNvPr id="0" name=""/>
        <dsp:cNvSpPr/>
      </dsp:nvSpPr>
      <dsp:spPr>
        <a:xfrm>
          <a:off x="6994074" y="821842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4CE3C4-85CA-42F0-8EE9-5A36462EA838}">
      <dsp:nvSpPr>
        <dsp:cNvPr id="0" name=""/>
        <dsp:cNvSpPr/>
      </dsp:nvSpPr>
      <dsp:spPr>
        <a:xfrm>
          <a:off x="5806074" y="3236179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/>
            <a:t>If the problem is weak, the analysis will also be weak.</a:t>
          </a:r>
          <a:endParaRPr lang="en-US" sz="2400" kern="1200"/>
        </a:p>
      </dsp:txBody>
      <dsp:txXfrm>
        <a:off x="5806074" y="3236179"/>
        <a:ext cx="432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F6D49F-FDDE-4BE2-B7F6-390F5368E5B4}">
      <dsp:nvSpPr>
        <dsp:cNvPr id="0" name=""/>
        <dsp:cNvSpPr/>
      </dsp:nvSpPr>
      <dsp:spPr>
        <a:xfrm>
          <a:off x="0" y="2333"/>
          <a:ext cx="1085614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BFCAA7-C8C8-4421-AE14-C970D8026538}">
      <dsp:nvSpPr>
        <dsp:cNvPr id="0" name=""/>
        <dsp:cNvSpPr/>
      </dsp:nvSpPr>
      <dsp:spPr>
        <a:xfrm>
          <a:off x="0" y="2333"/>
          <a:ext cx="10856148" cy="1591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740" tIns="205740" rIns="205740" bIns="205740" numCol="1" spcCol="1270" anchor="t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b="0" i="0" kern="1200" dirty="0"/>
            <a:t>A clear decision!</a:t>
          </a:r>
          <a:endParaRPr lang="en-US" sz="5400" kern="1200" dirty="0"/>
        </a:p>
      </dsp:txBody>
      <dsp:txXfrm>
        <a:off x="0" y="2333"/>
        <a:ext cx="10856148" cy="1591118"/>
      </dsp:txXfrm>
    </dsp:sp>
    <dsp:sp modelId="{DED7323D-B924-4656-B77E-48A9B9D031CA}">
      <dsp:nvSpPr>
        <dsp:cNvPr id="0" name=""/>
        <dsp:cNvSpPr/>
      </dsp:nvSpPr>
      <dsp:spPr>
        <a:xfrm>
          <a:off x="0" y="1593451"/>
          <a:ext cx="1085614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FB118A-E413-42AF-BC23-E9247A978134}">
      <dsp:nvSpPr>
        <dsp:cNvPr id="0" name=""/>
        <dsp:cNvSpPr/>
      </dsp:nvSpPr>
      <dsp:spPr>
        <a:xfrm>
          <a:off x="0" y="1593451"/>
          <a:ext cx="10856148" cy="1591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t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b="0" i="0" kern="1200" dirty="0"/>
            <a:t>A dataset capable of supporting analysis</a:t>
          </a:r>
          <a:endParaRPr lang="en-US" sz="4400" kern="1200" dirty="0"/>
        </a:p>
      </dsp:txBody>
      <dsp:txXfrm>
        <a:off x="0" y="1593451"/>
        <a:ext cx="10856148" cy="1591118"/>
      </dsp:txXfrm>
    </dsp:sp>
    <dsp:sp modelId="{955BEB90-4716-4995-82F9-A2E97E0BA9F1}">
      <dsp:nvSpPr>
        <dsp:cNvPr id="0" name=""/>
        <dsp:cNvSpPr/>
      </dsp:nvSpPr>
      <dsp:spPr>
        <a:xfrm>
          <a:off x="0" y="3184570"/>
          <a:ext cx="1085614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2CDA63-0A31-4ED2-BAAB-478F3D9C836F}">
      <dsp:nvSpPr>
        <dsp:cNvPr id="0" name=""/>
        <dsp:cNvSpPr/>
      </dsp:nvSpPr>
      <dsp:spPr>
        <a:xfrm>
          <a:off x="0" y="3184570"/>
          <a:ext cx="10856148" cy="1591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t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b="0" i="0" kern="1200" dirty="0"/>
            <a:t>Feasible analytic techniques</a:t>
          </a:r>
          <a:endParaRPr lang="en-US" sz="4400" kern="1200" dirty="0"/>
        </a:p>
      </dsp:txBody>
      <dsp:txXfrm>
        <a:off x="0" y="3184570"/>
        <a:ext cx="10856148" cy="159111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7F62F8-5E39-4AE5-AF2C-B403DC3FC1E3}">
      <dsp:nvSpPr>
        <dsp:cNvPr id="0" name=""/>
        <dsp:cNvSpPr/>
      </dsp:nvSpPr>
      <dsp:spPr>
        <a:xfrm>
          <a:off x="1325" y="218311"/>
          <a:ext cx="4341399" cy="4341399"/>
        </a:xfrm>
        <a:prstGeom prst="ellipse">
          <a:avLst/>
        </a:prstGeom>
        <a:solidFill>
          <a:srgbClr val="FF0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b="0" i="0" kern="1200"/>
            <a:t>Bad: Analyze this dataset.</a:t>
          </a:r>
          <a:endParaRPr lang="en-US" sz="4400" kern="1200"/>
        </a:p>
      </dsp:txBody>
      <dsp:txXfrm>
        <a:off x="637108" y="854094"/>
        <a:ext cx="3069833" cy="3069833"/>
      </dsp:txXfrm>
    </dsp:sp>
    <dsp:sp modelId="{218975AC-B62A-4DB0-B605-EA30BFC3A69A}">
      <dsp:nvSpPr>
        <dsp:cNvPr id="0" name=""/>
        <dsp:cNvSpPr/>
      </dsp:nvSpPr>
      <dsp:spPr>
        <a:xfrm rot="5400000">
          <a:off x="4700889" y="1813775"/>
          <a:ext cx="1519489" cy="1150470"/>
        </a:xfrm>
        <a:prstGeom prst="triangle">
          <a:avLst/>
        </a:prstGeom>
        <a:solidFill>
          <a:schemeClr val="tx1">
            <a:lumMod val="50000"/>
            <a:lumOff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C5F1377-75ED-42AB-8D9D-DAEBA6C651EA}">
      <dsp:nvSpPr>
        <dsp:cNvPr id="0" name=""/>
        <dsp:cNvSpPr/>
      </dsp:nvSpPr>
      <dsp:spPr>
        <a:xfrm>
          <a:off x="6513423" y="218311"/>
          <a:ext cx="4341399" cy="4341399"/>
        </a:xfrm>
        <a:prstGeom prst="ellipse">
          <a:avLst/>
        </a:prstGeom>
        <a:solidFill>
          <a:schemeClr val="accent3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b="0" i="0" kern="1200"/>
            <a:t>Good: Use data to improve a specific decision.</a:t>
          </a:r>
          <a:endParaRPr lang="en-US" sz="4400" kern="1200"/>
        </a:p>
      </dsp:txBody>
      <dsp:txXfrm>
        <a:off x="7149206" y="854094"/>
        <a:ext cx="3069833" cy="306983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AF78DF-BCCE-4D82-A3A9-2A07363AC6F7}">
      <dsp:nvSpPr>
        <dsp:cNvPr id="0" name=""/>
        <dsp:cNvSpPr/>
      </dsp:nvSpPr>
      <dsp:spPr>
        <a:xfrm>
          <a:off x="682823" y="746510"/>
          <a:ext cx="1955812" cy="1955812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D1E568-2A2B-4C72-B543-434519244963}">
      <dsp:nvSpPr>
        <dsp:cNvPr id="0" name=""/>
        <dsp:cNvSpPr/>
      </dsp:nvSpPr>
      <dsp:spPr>
        <a:xfrm>
          <a:off x="1099636" y="1163323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FD5BF2-C5F6-43EB-9179-094FA1111769}">
      <dsp:nvSpPr>
        <dsp:cNvPr id="0" name=""/>
        <dsp:cNvSpPr/>
      </dsp:nvSpPr>
      <dsp:spPr>
        <a:xfrm>
          <a:off x="57605" y="3311511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600" b="0" i="0" kern="1200"/>
            <a:t>Who owns the decision?</a:t>
          </a:r>
          <a:endParaRPr lang="en-US" sz="2600" kern="1200"/>
        </a:p>
      </dsp:txBody>
      <dsp:txXfrm>
        <a:off x="57605" y="3311511"/>
        <a:ext cx="3206250" cy="720000"/>
      </dsp:txXfrm>
    </dsp:sp>
    <dsp:sp modelId="{4B660BA7-1E41-4E56-AB79-F57BA16DD9E8}">
      <dsp:nvSpPr>
        <dsp:cNvPr id="0" name=""/>
        <dsp:cNvSpPr/>
      </dsp:nvSpPr>
      <dsp:spPr>
        <a:xfrm>
          <a:off x="4450167" y="746510"/>
          <a:ext cx="1955812" cy="1955812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72CCA0-1B60-40E7-9433-5E14F4D11236}">
      <dsp:nvSpPr>
        <dsp:cNvPr id="0" name=""/>
        <dsp:cNvSpPr/>
      </dsp:nvSpPr>
      <dsp:spPr>
        <a:xfrm>
          <a:off x="4866980" y="1163323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9897A7-9BB8-4F5F-A00D-95A16CA1EA88}">
      <dsp:nvSpPr>
        <dsp:cNvPr id="0" name=""/>
        <dsp:cNvSpPr/>
      </dsp:nvSpPr>
      <dsp:spPr>
        <a:xfrm>
          <a:off x="3824949" y="3311511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600" b="0" i="0" kern="1200"/>
            <a:t>What choices exist?</a:t>
          </a:r>
          <a:endParaRPr lang="en-US" sz="2600" kern="1200"/>
        </a:p>
      </dsp:txBody>
      <dsp:txXfrm>
        <a:off x="3824949" y="3311511"/>
        <a:ext cx="3206250" cy="720000"/>
      </dsp:txXfrm>
    </dsp:sp>
    <dsp:sp modelId="{9E36F4E8-16D4-44C2-BC5B-E95A29574BAD}">
      <dsp:nvSpPr>
        <dsp:cNvPr id="0" name=""/>
        <dsp:cNvSpPr/>
      </dsp:nvSpPr>
      <dsp:spPr>
        <a:xfrm>
          <a:off x="8217511" y="746510"/>
          <a:ext cx="1955812" cy="1955812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A438F8-D619-48FC-BC65-B6B14CF0763D}">
      <dsp:nvSpPr>
        <dsp:cNvPr id="0" name=""/>
        <dsp:cNvSpPr/>
      </dsp:nvSpPr>
      <dsp:spPr>
        <a:xfrm>
          <a:off x="8634324" y="1163323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E3441B-A31C-462D-8658-17ED0F87FBDB}">
      <dsp:nvSpPr>
        <dsp:cNvPr id="0" name=""/>
        <dsp:cNvSpPr/>
      </dsp:nvSpPr>
      <dsp:spPr>
        <a:xfrm>
          <a:off x="7592292" y="3311511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600" b="0" i="0" kern="1200"/>
            <a:t>Why does the decision matter?</a:t>
          </a:r>
          <a:endParaRPr lang="en-US" sz="2600" kern="1200"/>
        </a:p>
      </dsp:txBody>
      <dsp:txXfrm>
        <a:off x="7592292" y="3311511"/>
        <a:ext cx="320625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968473-7D4F-4855-BAFE-C20D79DB7569}">
      <dsp:nvSpPr>
        <dsp:cNvPr id="0" name=""/>
        <dsp:cNvSpPr/>
      </dsp:nvSpPr>
      <dsp:spPr>
        <a:xfrm>
          <a:off x="682823" y="746510"/>
          <a:ext cx="1955812" cy="1955812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30F86E-D71F-4CEE-88F7-3526C3222D07}">
      <dsp:nvSpPr>
        <dsp:cNvPr id="0" name=""/>
        <dsp:cNvSpPr/>
      </dsp:nvSpPr>
      <dsp:spPr>
        <a:xfrm>
          <a:off x="1099636" y="1163323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7D1BE0-D94C-4EF5-A040-6DD5F6892281}">
      <dsp:nvSpPr>
        <dsp:cNvPr id="0" name=""/>
        <dsp:cNvSpPr/>
      </dsp:nvSpPr>
      <dsp:spPr>
        <a:xfrm>
          <a:off x="57605" y="3311511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600" b="0" i="0" kern="1200"/>
            <a:t>Is there enough data?</a:t>
          </a:r>
          <a:endParaRPr lang="en-US" sz="2600" kern="1200"/>
        </a:p>
      </dsp:txBody>
      <dsp:txXfrm>
        <a:off x="57605" y="3311511"/>
        <a:ext cx="3206250" cy="720000"/>
      </dsp:txXfrm>
    </dsp:sp>
    <dsp:sp modelId="{EFE50C58-7717-4D41-8F0B-71C340153538}">
      <dsp:nvSpPr>
        <dsp:cNvPr id="0" name=""/>
        <dsp:cNvSpPr/>
      </dsp:nvSpPr>
      <dsp:spPr>
        <a:xfrm>
          <a:off x="4450167" y="746510"/>
          <a:ext cx="1955812" cy="1955812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CB4DB7-DC58-47CB-A32A-097455EE0FAF}">
      <dsp:nvSpPr>
        <dsp:cNvPr id="0" name=""/>
        <dsp:cNvSpPr/>
      </dsp:nvSpPr>
      <dsp:spPr>
        <a:xfrm>
          <a:off x="4866980" y="1163323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5F28A4-C000-456B-A63B-EFE447A3E71F}">
      <dsp:nvSpPr>
        <dsp:cNvPr id="0" name=""/>
        <dsp:cNvSpPr/>
      </dsp:nvSpPr>
      <dsp:spPr>
        <a:xfrm>
          <a:off x="3824949" y="3311511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600" b="0" i="0" kern="1200"/>
            <a:t>Are key variables available?</a:t>
          </a:r>
          <a:endParaRPr lang="en-US" sz="2600" kern="1200"/>
        </a:p>
      </dsp:txBody>
      <dsp:txXfrm>
        <a:off x="3824949" y="3311511"/>
        <a:ext cx="3206250" cy="720000"/>
      </dsp:txXfrm>
    </dsp:sp>
    <dsp:sp modelId="{4990153A-F76D-416F-B895-61FBA9DF1305}">
      <dsp:nvSpPr>
        <dsp:cNvPr id="0" name=""/>
        <dsp:cNvSpPr/>
      </dsp:nvSpPr>
      <dsp:spPr>
        <a:xfrm>
          <a:off x="8217511" y="746510"/>
          <a:ext cx="1955812" cy="1955812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664F89-8189-4FAF-940B-E66DF95B961F}">
      <dsp:nvSpPr>
        <dsp:cNvPr id="0" name=""/>
        <dsp:cNvSpPr/>
      </dsp:nvSpPr>
      <dsp:spPr>
        <a:xfrm>
          <a:off x="8634324" y="1163323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26F5EA-E678-408E-83B5-8CE5BB4D5DAF}">
      <dsp:nvSpPr>
        <dsp:cNvPr id="0" name=""/>
        <dsp:cNvSpPr/>
      </dsp:nvSpPr>
      <dsp:spPr>
        <a:xfrm>
          <a:off x="7592292" y="3311511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600" b="0" i="0" kern="1200"/>
            <a:t>Is the dataset understandable?</a:t>
          </a:r>
          <a:endParaRPr lang="en-US" sz="2600" kern="1200"/>
        </a:p>
      </dsp:txBody>
      <dsp:txXfrm>
        <a:off x="7592292" y="3311511"/>
        <a:ext cx="3206250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E261CB-0588-419F-8169-71389F3C375F}">
      <dsp:nvSpPr>
        <dsp:cNvPr id="0" name=""/>
        <dsp:cNvSpPr/>
      </dsp:nvSpPr>
      <dsp:spPr>
        <a:xfrm>
          <a:off x="0" y="0"/>
          <a:ext cx="1085614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2D5AD1-BBBF-49EC-9370-147394B28721}">
      <dsp:nvSpPr>
        <dsp:cNvPr id="0" name=""/>
        <dsp:cNvSpPr/>
      </dsp:nvSpPr>
      <dsp:spPr>
        <a:xfrm>
          <a:off x="0" y="0"/>
          <a:ext cx="10856148" cy="11945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213360" numCol="1" spcCol="1270" anchor="t" anchorCtr="0">
          <a:noAutofit/>
        </a:bodyPr>
        <a:lstStyle/>
        <a:p>
          <a:pPr marL="0" lvl="0" indent="0" algn="l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b="0" i="0" kern="1200"/>
            <a:t>Very small datasets</a:t>
          </a:r>
          <a:endParaRPr lang="en-US" sz="5600" kern="1200"/>
        </a:p>
      </dsp:txBody>
      <dsp:txXfrm>
        <a:off x="0" y="0"/>
        <a:ext cx="10856148" cy="1194505"/>
      </dsp:txXfrm>
    </dsp:sp>
    <dsp:sp modelId="{0089C198-36C7-44A9-B48A-5D5B8912DBEE}">
      <dsp:nvSpPr>
        <dsp:cNvPr id="0" name=""/>
        <dsp:cNvSpPr/>
      </dsp:nvSpPr>
      <dsp:spPr>
        <a:xfrm>
          <a:off x="0" y="1194505"/>
          <a:ext cx="1085614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245F81-B928-4993-953B-3B3D1DA48859}">
      <dsp:nvSpPr>
        <dsp:cNvPr id="0" name=""/>
        <dsp:cNvSpPr/>
      </dsp:nvSpPr>
      <dsp:spPr>
        <a:xfrm>
          <a:off x="0" y="1194505"/>
          <a:ext cx="10856148" cy="11945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213360" numCol="1" spcCol="1270" anchor="t" anchorCtr="0">
          <a:noAutofit/>
        </a:bodyPr>
        <a:lstStyle/>
        <a:p>
          <a:pPr marL="0" lvl="0" indent="0" algn="l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b="0" i="0" kern="1200"/>
            <a:t>Mostly text/images</a:t>
          </a:r>
          <a:endParaRPr lang="en-US" sz="5600" kern="1200"/>
        </a:p>
      </dsp:txBody>
      <dsp:txXfrm>
        <a:off x="0" y="1194505"/>
        <a:ext cx="10856148" cy="1194505"/>
      </dsp:txXfrm>
    </dsp:sp>
    <dsp:sp modelId="{36887370-E62B-465F-8866-E8C6127406C9}">
      <dsp:nvSpPr>
        <dsp:cNvPr id="0" name=""/>
        <dsp:cNvSpPr/>
      </dsp:nvSpPr>
      <dsp:spPr>
        <a:xfrm>
          <a:off x="0" y="2389010"/>
          <a:ext cx="1085614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8B6BC8-BFC2-4A98-9144-785B3C3AFD77}">
      <dsp:nvSpPr>
        <dsp:cNvPr id="0" name=""/>
        <dsp:cNvSpPr/>
      </dsp:nvSpPr>
      <dsp:spPr>
        <a:xfrm>
          <a:off x="0" y="2389010"/>
          <a:ext cx="10856148" cy="11945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213360" numCol="1" spcCol="1270" anchor="t" anchorCtr="0">
          <a:noAutofit/>
        </a:bodyPr>
        <a:lstStyle/>
        <a:p>
          <a:pPr marL="0" lvl="0" indent="0" algn="l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b="0" i="0" kern="1200"/>
            <a:t>Missing key variables</a:t>
          </a:r>
          <a:endParaRPr lang="en-US" sz="5600" kern="1200"/>
        </a:p>
      </dsp:txBody>
      <dsp:txXfrm>
        <a:off x="0" y="2389010"/>
        <a:ext cx="10856148" cy="1194505"/>
      </dsp:txXfrm>
    </dsp:sp>
    <dsp:sp modelId="{2E534D6C-359D-4170-98FF-7399EC55610A}">
      <dsp:nvSpPr>
        <dsp:cNvPr id="0" name=""/>
        <dsp:cNvSpPr/>
      </dsp:nvSpPr>
      <dsp:spPr>
        <a:xfrm>
          <a:off x="0" y="3583516"/>
          <a:ext cx="1085614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58DCD5-84FF-40FD-9CEE-92890F1875F1}">
      <dsp:nvSpPr>
        <dsp:cNvPr id="0" name=""/>
        <dsp:cNvSpPr/>
      </dsp:nvSpPr>
      <dsp:spPr>
        <a:xfrm>
          <a:off x="0" y="3583516"/>
          <a:ext cx="10856148" cy="11945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213360" numCol="1" spcCol="1270" anchor="t" anchorCtr="0">
          <a:noAutofit/>
        </a:bodyPr>
        <a:lstStyle/>
        <a:p>
          <a:pPr marL="0" lvl="0" indent="0" algn="l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b="0" i="0" kern="1200"/>
            <a:t>Unclear schema</a:t>
          </a:r>
          <a:endParaRPr lang="en-US" sz="5600" kern="1200"/>
        </a:p>
      </dsp:txBody>
      <dsp:txXfrm>
        <a:off x="0" y="3583516"/>
        <a:ext cx="10856148" cy="119450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C52F87-0BDB-4164-9D82-4CAB19B62DEC}">
      <dsp:nvSpPr>
        <dsp:cNvPr id="0" name=""/>
        <dsp:cNvSpPr/>
      </dsp:nvSpPr>
      <dsp:spPr>
        <a:xfrm>
          <a:off x="536349" y="1082607"/>
          <a:ext cx="1443265" cy="1443265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A275D4-C85B-4927-B4C5-2C0D8924E9F0}">
      <dsp:nvSpPr>
        <dsp:cNvPr id="0" name=""/>
        <dsp:cNvSpPr/>
      </dsp:nvSpPr>
      <dsp:spPr>
        <a:xfrm>
          <a:off x="843931" y="1390188"/>
          <a:ext cx="828103" cy="8281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7C5AEE-78C3-43D8-9088-5F5415E13356}">
      <dsp:nvSpPr>
        <dsp:cNvPr id="0" name=""/>
        <dsp:cNvSpPr/>
      </dsp:nvSpPr>
      <dsp:spPr>
        <a:xfrm>
          <a:off x="74978" y="2975414"/>
          <a:ext cx="236600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/>
            <a:t>Descriptive – what happened</a:t>
          </a:r>
          <a:endParaRPr lang="en-US" sz="1700" kern="1200"/>
        </a:p>
      </dsp:txBody>
      <dsp:txXfrm>
        <a:off x="74978" y="2975414"/>
        <a:ext cx="2366009" cy="720000"/>
      </dsp:txXfrm>
    </dsp:sp>
    <dsp:sp modelId="{5FFAF9FF-2CF2-443B-B45F-78275F0BA3C1}">
      <dsp:nvSpPr>
        <dsp:cNvPr id="0" name=""/>
        <dsp:cNvSpPr/>
      </dsp:nvSpPr>
      <dsp:spPr>
        <a:xfrm>
          <a:off x="3316410" y="1082607"/>
          <a:ext cx="1443265" cy="1443265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2013D3-493C-445F-9E5D-49C96EE7EE12}">
      <dsp:nvSpPr>
        <dsp:cNvPr id="0" name=""/>
        <dsp:cNvSpPr/>
      </dsp:nvSpPr>
      <dsp:spPr>
        <a:xfrm>
          <a:off x="3623991" y="1390188"/>
          <a:ext cx="828103" cy="8281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4810AE-3111-4567-8B35-5B1EE0DCB528}">
      <dsp:nvSpPr>
        <dsp:cNvPr id="0" name=""/>
        <dsp:cNvSpPr/>
      </dsp:nvSpPr>
      <dsp:spPr>
        <a:xfrm>
          <a:off x="2855038" y="2975414"/>
          <a:ext cx="236600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/>
            <a:t>Diagnostic – why it happened</a:t>
          </a:r>
          <a:endParaRPr lang="en-US" sz="1700" kern="1200"/>
        </a:p>
      </dsp:txBody>
      <dsp:txXfrm>
        <a:off x="2855038" y="2975414"/>
        <a:ext cx="2366009" cy="720000"/>
      </dsp:txXfrm>
    </dsp:sp>
    <dsp:sp modelId="{ED380A07-AFCA-4903-BAC8-EAFAC3AF0DFA}">
      <dsp:nvSpPr>
        <dsp:cNvPr id="0" name=""/>
        <dsp:cNvSpPr/>
      </dsp:nvSpPr>
      <dsp:spPr>
        <a:xfrm>
          <a:off x="6096471" y="1082607"/>
          <a:ext cx="1443265" cy="1443265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3BD933-B7BF-45AB-9856-23A35C9AB046}">
      <dsp:nvSpPr>
        <dsp:cNvPr id="0" name=""/>
        <dsp:cNvSpPr/>
      </dsp:nvSpPr>
      <dsp:spPr>
        <a:xfrm>
          <a:off x="6404052" y="1390188"/>
          <a:ext cx="828103" cy="82810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1CC2D3-482C-4267-B681-05E33AEFBAE6}">
      <dsp:nvSpPr>
        <dsp:cNvPr id="0" name=""/>
        <dsp:cNvSpPr/>
      </dsp:nvSpPr>
      <dsp:spPr>
        <a:xfrm>
          <a:off x="5635099" y="2975414"/>
          <a:ext cx="236600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/>
            <a:t>Predictive – what will happen</a:t>
          </a:r>
          <a:endParaRPr lang="en-US" sz="1700" kern="1200"/>
        </a:p>
      </dsp:txBody>
      <dsp:txXfrm>
        <a:off x="5635099" y="2975414"/>
        <a:ext cx="2366009" cy="720000"/>
      </dsp:txXfrm>
    </dsp:sp>
    <dsp:sp modelId="{6F090D32-AFAC-4A05-B8DD-7276037D297F}">
      <dsp:nvSpPr>
        <dsp:cNvPr id="0" name=""/>
        <dsp:cNvSpPr/>
      </dsp:nvSpPr>
      <dsp:spPr>
        <a:xfrm>
          <a:off x="8876532" y="1082607"/>
          <a:ext cx="1443265" cy="1443265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9CE832-B3EA-4521-8CA6-63F24C7029FC}">
      <dsp:nvSpPr>
        <dsp:cNvPr id="0" name=""/>
        <dsp:cNvSpPr/>
      </dsp:nvSpPr>
      <dsp:spPr>
        <a:xfrm>
          <a:off x="9184113" y="1390188"/>
          <a:ext cx="828103" cy="82810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7CD22D-240D-422F-AF72-57CBFBB65CA5}">
      <dsp:nvSpPr>
        <dsp:cNvPr id="0" name=""/>
        <dsp:cNvSpPr/>
      </dsp:nvSpPr>
      <dsp:spPr>
        <a:xfrm>
          <a:off x="8415160" y="2975414"/>
          <a:ext cx="236600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/>
            <a:t>Prescriptive – what should be done</a:t>
          </a:r>
          <a:endParaRPr lang="en-US" sz="1700" kern="1200"/>
        </a:p>
      </dsp:txBody>
      <dsp:txXfrm>
        <a:off x="8415160" y="2975414"/>
        <a:ext cx="2366009" cy="7200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9D8275-118E-4A7F-AC84-85E22D6F2E73}">
      <dsp:nvSpPr>
        <dsp:cNvPr id="0" name=""/>
        <dsp:cNvSpPr/>
      </dsp:nvSpPr>
      <dsp:spPr>
        <a:xfrm>
          <a:off x="2215074" y="589010"/>
          <a:ext cx="2196000" cy="2196000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D3470C-789F-4FA8-BF44-94E407D87F98}">
      <dsp:nvSpPr>
        <dsp:cNvPr id="0" name=""/>
        <dsp:cNvSpPr/>
      </dsp:nvSpPr>
      <dsp:spPr>
        <a:xfrm>
          <a:off x="2683074" y="1057011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4DC3A5-BAD1-402B-9A49-34CA267C9784}">
      <dsp:nvSpPr>
        <dsp:cNvPr id="0" name=""/>
        <dsp:cNvSpPr/>
      </dsp:nvSpPr>
      <dsp:spPr>
        <a:xfrm>
          <a:off x="1513073" y="3469011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b="0" i="0" kern="1200"/>
            <a:t>SQL: extraction, joins, aggregation</a:t>
          </a:r>
          <a:endParaRPr lang="en-US" sz="2300" kern="1200"/>
        </a:p>
      </dsp:txBody>
      <dsp:txXfrm>
        <a:off x="1513073" y="3469011"/>
        <a:ext cx="3600000" cy="720000"/>
      </dsp:txXfrm>
    </dsp:sp>
    <dsp:sp modelId="{B0FAE207-F141-47F6-9F99-DAD21508F5BB}">
      <dsp:nvSpPr>
        <dsp:cNvPr id="0" name=""/>
        <dsp:cNvSpPr/>
      </dsp:nvSpPr>
      <dsp:spPr>
        <a:xfrm>
          <a:off x="6445074" y="589010"/>
          <a:ext cx="2196000" cy="2196000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833D0F-CC05-437F-9528-F9CFB1C1BD6C}">
      <dsp:nvSpPr>
        <dsp:cNvPr id="0" name=""/>
        <dsp:cNvSpPr/>
      </dsp:nvSpPr>
      <dsp:spPr>
        <a:xfrm>
          <a:off x="6913074" y="1057011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154E63-3B09-41B3-9BC5-439C28F05FE2}">
      <dsp:nvSpPr>
        <dsp:cNvPr id="0" name=""/>
        <dsp:cNvSpPr/>
      </dsp:nvSpPr>
      <dsp:spPr>
        <a:xfrm>
          <a:off x="5743074" y="3469011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b="0" i="0" kern="1200"/>
            <a:t>Python: modeling, analysis, visualization</a:t>
          </a:r>
          <a:endParaRPr lang="en-US" sz="2300" kern="1200"/>
        </a:p>
      </dsp:txBody>
      <dsp:txXfrm>
        <a:off x="5743074" y="3469011"/>
        <a:ext cx="3600000" cy="72000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F0A963-3E3E-44CD-8108-CA5F10FF6F94}">
      <dsp:nvSpPr>
        <dsp:cNvPr id="0" name=""/>
        <dsp:cNvSpPr/>
      </dsp:nvSpPr>
      <dsp:spPr>
        <a:xfrm>
          <a:off x="0" y="583"/>
          <a:ext cx="10856148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982AA09-AD62-4E92-AC41-DDD8BF1F8D82}">
      <dsp:nvSpPr>
        <dsp:cNvPr id="0" name=""/>
        <dsp:cNvSpPr/>
      </dsp:nvSpPr>
      <dsp:spPr>
        <a:xfrm>
          <a:off x="0" y="583"/>
          <a:ext cx="10856148" cy="955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b="0" i="0" kern="1200"/>
            <a:t>Decision Question → </a:t>
          </a:r>
          <a:endParaRPr lang="en-US" sz="4500" kern="1200"/>
        </a:p>
      </dsp:txBody>
      <dsp:txXfrm>
        <a:off x="0" y="583"/>
        <a:ext cx="10856148" cy="955371"/>
      </dsp:txXfrm>
    </dsp:sp>
    <dsp:sp modelId="{0EC3FEDB-2777-4E4A-A7BB-BE8BB980FB1A}">
      <dsp:nvSpPr>
        <dsp:cNvPr id="0" name=""/>
        <dsp:cNvSpPr/>
      </dsp:nvSpPr>
      <dsp:spPr>
        <a:xfrm>
          <a:off x="0" y="955954"/>
          <a:ext cx="10856148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320B16F-C30D-45F3-95F5-4B4CB0DD2F50}">
      <dsp:nvSpPr>
        <dsp:cNvPr id="0" name=""/>
        <dsp:cNvSpPr/>
      </dsp:nvSpPr>
      <dsp:spPr>
        <a:xfrm>
          <a:off x="0" y="955954"/>
          <a:ext cx="10856148" cy="955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b="0" i="0" kern="1200"/>
            <a:t>Data → </a:t>
          </a:r>
          <a:endParaRPr lang="en-US" sz="4500" kern="1200"/>
        </a:p>
      </dsp:txBody>
      <dsp:txXfrm>
        <a:off x="0" y="955954"/>
        <a:ext cx="10856148" cy="955371"/>
      </dsp:txXfrm>
    </dsp:sp>
    <dsp:sp modelId="{114D63ED-E367-4D52-ACF1-CDD325B17860}">
      <dsp:nvSpPr>
        <dsp:cNvPr id="0" name=""/>
        <dsp:cNvSpPr/>
      </dsp:nvSpPr>
      <dsp:spPr>
        <a:xfrm>
          <a:off x="0" y="1911325"/>
          <a:ext cx="10856148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8AAEA59-CBDF-47E6-9D04-04D8F996B0B4}">
      <dsp:nvSpPr>
        <dsp:cNvPr id="0" name=""/>
        <dsp:cNvSpPr/>
      </dsp:nvSpPr>
      <dsp:spPr>
        <a:xfrm>
          <a:off x="0" y="1911325"/>
          <a:ext cx="10856148" cy="955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b="0" i="0" kern="1200"/>
            <a:t>Analysis → </a:t>
          </a:r>
          <a:endParaRPr lang="en-US" sz="4500" kern="1200"/>
        </a:p>
      </dsp:txBody>
      <dsp:txXfrm>
        <a:off x="0" y="1911325"/>
        <a:ext cx="10856148" cy="955371"/>
      </dsp:txXfrm>
    </dsp:sp>
    <dsp:sp modelId="{8CA7079A-D0DF-4502-A08F-88BFB2D0D6C4}">
      <dsp:nvSpPr>
        <dsp:cNvPr id="0" name=""/>
        <dsp:cNvSpPr/>
      </dsp:nvSpPr>
      <dsp:spPr>
        <a:xfrm>
          <a:off x="0" y="2866696"/>
          <a:ext cx="10856148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4612527-C3BB-42CC-8E34-97D40BEE59BC}">
      <dsp:nvSpPr>
        <dsp:cNvPr id="0" name=""/>
        <dsp:cNvSpPr/>
      </dsp:nvSpPr>
      <dsp:spPr>
        <a:xfrm>
          <a:off x="0" y="2866696"/>
          <a:ext cx="10856148" cy="955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b="0" i="0" kern="1200"/>
            <a:t>Insight → </a:t>
          </a:r>
          <a:endParaRPr lang="en-US" sz="4500" kern="1200"/>
        </a:p>
      </dsp:txBody>
      <dsp:txXfrm>
        <a:off x="0" y="2866696"/>
        <a:ext cx="10856148" cy="955371"/>
      </dsp:txXfrm>
    </dsp:sp>
    <dsp:sp modelId="{193F9E8E-FE4A-477A-8C8F-4CD1A0AB73F7}">
      <dsp:nvSpPr>
        <dsp:cNvPr id="0" name=""/>
        <dsp:cNvSpPr/>
      </dsp:nvSpPr>
      <dsp:spPr>
        <a:xfrm>
          <a:off x="0" y="3822067"/>
          <a:ext cx="10856148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26887C2-E97E-479F-A915-B7F38FC5827D}">
      <dsp:nvSpPr>
        <dsp:cNvPr id="0" name=""/>
        <dsp:cNvSpPr/>
      </dsp:nvSpPr>
      <dsp:spPr>
        <a:xfrm>
          <a:off x="0" y="3822067"/>
          <a:ext cx="10856148" cy="955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b="0" i="0" kern="1200"/>
            <a:t>Recommendation</a:t>
          </a:r>
          <a:endParaRPr lang="en-US" sz="4500" kern="1200"/>
        </a:p>
      </dsp:txBody>
      <dsp:txXfrm>
        <a:off x="0" y="3822067"/>
        <a:ext cx="10856148" cy="955371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A196C7-9B3C-4C73-B1EC-EFB92FD752BA}">
      <dsp:nvSpPr>
        <dsp:cNvPr id="0" name=""/>
        <dsp:cNvSpPr/>
      </dsp:nvSpPr>
      <dsp:spPr>
        <a:xfrm>
          <a:off x="0" y="583"/>
          <a:ext cx="10856148" cy="136481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FF31BD-4692-4C81-A07D-453E8D2BDEA5}">
      <dsp:nvSpPr>
        <dsp:cNvPr id="0" name=""/>
        <dsp:cNvSpPr/>
      </dsp:nvSpPr>
      <dsp:spPr>
        <a:xfrm>
          <a:off x="412856" y="307666"/>
          <a:ext cx="750648" cy="7506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FF750C-93C3-4D1B-A683-077E4A74D438}">
      <dsp:nvSpPr>
        <dsp:cNvPr id="0" name=""/>
        <dsp:cNvSpPr/>
      </dsp:nvSpPr>
      <dsp:spPr>
        <a:xfrm>
          <a:off x="1576362" y="583"/>
          <a:ext cx="9279785" cy="1364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443" tIns="144443" rIns="144443" bIns="14444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Predict housing prices</a:t>
          </a:r>
          <a:endParaRPr lang="en-US" sz="2500" kern="1200"/>
        </a:p>
      </dsp:txBody>
      <dsp:txXfrm>
        <a:off x="1576362" y="583"/>
        <a:ext cx="9279785" cy="1364815"/>
      </dsp:txXfrm>
    </dsp:sp>
    <dsp:sp modelId="{AE13945D-9A51-48B2-B774-F5781C141CF4}">
      <dsp:nvSpPr>
        <dsp:cNvPr id="0" name=""/>
        <dsp:cNvSpPr/>
      </dsp:nvSpPr>
      <dsp:spPr>
        <a:xfrm>
          <a:off x="0" y="1706603"/>
          <a:ext cx="10856148" cy="136481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F3392D-3E98-4D20-8B82-1BA66FB7327E}">
      <dsp:nvSpPr>
        <dsp:cNvPr id="0" name=""/>
        <dsp:cNvSpPr/>
      </dsp:nvSpPr>
      <dsp:spPr>
        <a:xfrm>
          <a:off x="412856" y="2013686"/>
          <a:ext cx="750648" cy="7506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ACFBF0-57C5-44AA-A31D-87C60796EB3A}">
      <dsp:nvSpPr>
        <dsp:cNvPr id="0" name=""/>
        <dsp:cNvSpPr/>
      </dsp:nvSpPr>
      <dsp:spPr>
        <a:xfrm>
          <a:off x="1576362" y="1706603"/>
          <a:ext cx="9279785" cy="1364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443" tIns="144443" rIns="144443" bIns="14444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Identify drivers of airline delays</a:t>
          </a:r>
          <a:endParaRPr lang="en-US" sz="2500" kern="1200"/>
        </a:p>
      </dsp:txBody>
      <dsp:txXfrm>
        <a:off x="1576362" y="1706603"/>
        <a:ext cx="9279785" cy="1364815"/>
      </dsp:txXfrm>
    </dsp:sp>
    <dsp:sp modelId="{3332C380-615D-458E-ABEC-18BD9160D62A}">
      <dsp:nvSpPr>
        <dsp:cNvPr id="0" name=""/>
        <dsp:cNvSpPr/>
      </dsp:nvSpPr>
      <dsp:spPr>
        <a:xfrm>
          <a:off x="0" y="3412622"/>
          <a:ext cx="10856148" cy="136481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08AFD7-B0AC-4E94-AC7B-B4EC8F7676A5}">
      <dsp:nvSpPr>
        <dsp:cNvPr id="0" name=""/>
        <dsp:cNvSpPr/>
      </dsp:nvSpPr>
      <dsp:spPr>
        <a:xfrm>
          <a:off x="412856" y="3719706"/>
          <a:ext cx="750648" cy="7506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2AFC3A-3F57-423C-8A21-E90A0AD97B1A}">
      <dsp:nvSpPr>
        <dsp:cNvPr id="0" name=""/>
        <dsp:cNvSpPr/>
      </dsp:nvSpPr>
      <dsp:spPr>
        <a:xfrm>
          <a:off x="1576362" y="3412622"/>
          <a:ext cx="9279785" cy="1364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443" tIns="144443" rIns="144443" bIns="14444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Predict subscription churn</a:t>
          </a:r>
          <a:endParaRPr lang="en-US" sz="2500" kern="1200"/>
        </a:p>
      </dsp:txBody>
      <dsp:txXfrm>
        <a:off x="1576362" y="3412622"/>
        <a:ext cx="9279785" cy="1364815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C1D4A3-EA20-416E-B605-0BD73A9753A7}">
      <dsp:nvSpPr>
        <dsp:cNvPr id="0" name=""/>
        <dsp:cNvSpPr/>
      </dsp:nvSpPr>
      <dsp:spPr>
        <a:xfrm>
          <a:off x="0" y="3732"/>
          <a:ext cx="10856148" cy="79509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8C9F76-67DD-4BC4-9833-87C188727283}">
      <dsp:nvSpPr>
        <dsp:cNvPr id="0" name=""/>
        <dsp:cNvSpPr/>
      </dsp:nvSpPr>
      <dsp:spPr>
        <a:xfrm>
          <a:off x="240515" y="182628"/>
          <a:ext cx="437300" cy="4373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7A0564-DFB2-4990-9868-46D8A0980B5C}">
      <dsp:nvSpPr>
        <dsp:cNvPr id="0" name=""/>
        <dsp:cNvSpPr/>
      </dsp:nvSpPr>
      <dsp:spPr>
        <a:xfrm>
          <a:off x="918332" y="3732"/>
          <a:ext cx="9937815" cy="795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147" tIns="84147" rIns="84147" bIns="8414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Project Proposal</a:t>
          </a:r>
          <a:endParaRPr lang="en-US" sz="1900" kern="1200"/>
        </a:p>
      </dsp:txBody>
      <dsp:txXfrm>
        <a:off x="918332" y="3732"/>
        <a:ext cx="9937815" cy="795092"/>
      </dsp:txXfrm>
    </dsp:sp>
    <dsp:sp modelId="{AB7D57BC-A77B-4CD6-84CC-E36BD8E51011}">
      <dsp:nvSpPr>
        <dsp:cNvPr id="0" name=""/>
        <dsp:cNvSpPr/>
      </dsp:nvSpPr>
      <dsp:spPr>
        <a:xfrm>
          <a:off x="0" y="997598"/>
          <a:ext cx="10856148" cy="79509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3986AF-51C7-4D9D-BF1E-E2A4703B2CDA}">
      <dsp:nvSpPr>
        <dsp:cNvPr id="0" name=""/>
        <dsp:cNvSpPr/>
      </dsp:nvSpPr>
      <dsp:spPr>
        <a:xfrm>
          <a:off x="240515" y="1176494"/>
          <a:ext cx="437300" cy="4373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597E11-0F84-4C6D-9351-CE21C4E38276}">
      <dsp:nvSpPr>
        <dsp:cNvPr id="0" name=""/>
        <dsp:cNvSpPr/>
      </dsp:nvSpPr>
      <dsp:spPr>
        <a:xfrm>
          <a:off x="918332" y="997598"/>
          <a:ext cx="9937815" cy="795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147" tIns="84147" rIns="84147" bIns="8414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Dataset</a:t>
          </a:r>
          <a:endParaRPr lang="en-US" sz="1900" kern="1200"/>
        </a:p>
      </dsp:txBody>
      <dsp:txXfrm>
        <a:off x="918332" y="997598"/>
        <a:ext cx="9937815" cy="795092"/>
      </dsp:txXfrm>
    </dsp:sp>
    <dsp:sp modelId="{CB4C4C7C-D188-48CE-BA5A-873FC310B844}">
      <dsp:nvSpPr>
        <dsp:cNvPr id="0" name=""/>
        <dsp:cNvSpPr/>
      </dsp:nvSpPr>
      <dsp:spPr>
        <a:xfrm>
          <a:off x="0" y="1991464"/>
          <a:ext cx="10856148" cy="79509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5729A0-4574-46BB-9C6A-B6F778466EB3}">
      <dsp:nvSpPr>
        <dsp:cNvPr id="0" name=""/>
        <dsp:cNvSpPr/>
      </dsp:nvSpPr>
      <dsp:spPr>
        <a:xfrm>
          <a:off x="240515" y="2170360"/>
          <a:ext cx="437300" cy="4373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13025E-4882-4B57-AA19-4CD839A1B536}">
      <dsp:nvSpPr>
        <dsp:cNvPr id="0" name=""/>
        <dsp:cNvSpPr/>
      </dsp:nvSpPr>
      <dsp:spPr>
        <a:xfrm>
          <a:off x="918332" y="1991464"/>
          <a:ext cx="9937815" cy="795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147" tIns="84147" rIns="84147" bIns="8414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Problem statement</a:t>
          </a:r>
          <a:endParaRPr lang="en-US" sz="1900" kern="1200"/>
        </a:p>
      </dsp:txBody>
      <dsp:txXfrm>
        <a:off x="918332" y="1991464"/>
        <a:ext cx="9937815" cy="795092"/>
      </dsp:txXfrm>
    </dsp:sp>
    <dsp:sp modelId="{1DAA1733-CD5A-4DB4-A226-AAED8CE9D7B5}">
      <dsp:nvSpPr>
        <dsp:cNvPr id="0" name=""/>
        <dsp:cNvSpPr/>
      </dsp:nvSpPr>
      <dsp:spPr>
        <a:xfrm>
          <a:off x="0" y="2985330"/>
          <a:ext cx="10856148" cy="79509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57409B-7090-4146-982F-796DCE8D321B}">
      <dsp:nvSpPr>
        <dsp:cNvPr id="0" name=""/>
        <dsp:cNvSpPr/>
      </dsp:nvSpPr>
      <dsp:spPr>
        <a:xfrm>
          <a:off x="240515" y="3164226"/>
          <a:ext cx="437300" cy="4373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A5C85B-57F9-49A4-B4A3-742C69FE53BD}">
      <dsp:nvSpPr>
        <dsp:cNvPr id="0" name=""/>
        <dsp:cNvSpPr/>
      </dsp:nvSpPr>
      <dsp:spPr>
        <a:xfrm>
          <a:off x="918332" y="2985330"/>
          <a:ext cx="9937815" cy="795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147" tIns="84147" rIns="84147" bIns="8414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Decision context</a:t>
          </a:r>
          <a:endParaRPr lang="en-US" sz="1900" kern="1200"/>
        </a:p>
      </dsp:txBody>
      <dsp:txXfrm>
        <a:off x="918332" y="2985330"/>
        <a:ext cx="9937815" cy="795092"/>
      </dsp:txXfrm>
    </dsp:sp>
    <dsp:sp modelId="{A2B378C7-E3D3-44D8-ACFC-DB1876BBD00E}">
      <dsp:nvSpPr>
        <dsp:cNvPr id="0" name=""/>
        <dsp:cNvSpPr/>
      </dsp:nvSpPr>
      <dsp:spPr>
        <a:xfrm>
          <a:off x="0" y="3979196"/>
          <a:ext cx="10856148" cy="79509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155ED1-E575-4577-B117-1EC7F846F9A8}">
      <dsp:nvSpPr>
        <dsp:cNvPr id="0" name=""/>
        <dsp:cNvSpPr/>
      </dsp:nvSpPr>
      <dsp:spPr>
        <a:xfrm>
          <a:off x="240515" y="4158092"/>
          <a:ext cx="437300" cy="4373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F12FCB-A43C-4C1E-9065-3693FA60BB87}">
      <dsp:nvSpPr>
        <dsp:cNvPr id="0" name=""/>
        <dsp:cNvSpPr/>
      </dsp:nvSpPr>
      <dsp:spPr>
        <a:xfrm>
          <a:off x="918332" y="3979196"/>
          <a:ext cx="9937815" cy="795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147" tIns="84147" rIns="84147" bIns="8414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Feasibility assessment</a:t>
          </a:r>
          <a:endParaRPr lang="en-US" sz="1900" kern="1200"/>
        </a:p>
      </dsp:txBody>
      <dsp:txXfrm>
        <a:off x="918332" y="3979196"/>
        <a:ext cx="9937815" cy="7950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bProcess2">
  <dgm:title val=""/>
  <dgm:desc val=""/>
  <dgm:catLst>
    <dgm:cat type="process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/>
    </dgm:varLst>
    <dgm:choose name="Name0">
      <dgm:if name="Name1" func="var" arg="dir" op="equ" val="norm">
        <dgm:alg type="snake">
          <dgm:param type="grDir" val="tL"/>
          <dgm:param type="flowDir" val="col"/>
          <dgm:param type="contDir" val="revDir"/>
        </dgm:alg>
      </dgm:if>
      <dgm:else name="Name2">
        <dgm:alg type="snake">
          <dgm:param type="grDir" val="tR"/>
          <dgm:param type="flowDir" val="col"/>
          <dgm:param type="contDir" val="revDi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firstNode" refType="w"/>
      <dgm:constr type="w" for="ch" forName="lastNode" refType="w" refFor="ch" refForName="firstNode" op="equ"/>
      <dgm:constr type="w" for="ch" forName="middleNode" refType="w" refFor="ch" refForName="firstNode" op="equ"/>
      <dgm:constr type="h" for="ch" ptType="sibTrans" refType="w" refFor="ch" refForName="middleNode" op="equ" fact="0.35"/>
      <dgm:constr type="sp" refType="w" refFor="ch" refForName="middleNode" fact="0.5"/>
      <dgm:constr type="connDist" for="des" ptType="sibTrans" op="equ"/>
      <dgm:constr type="primFontSz" for="ch" forName="firstNode" val="65"/>
      <dgm:constr type="primFontSz" for="ch" forName="lastNode" refType="primFontSz" refFor="ch" refForName="firstNode" op="equ"/>
      <dgm:constr type="primFontSz" for="des" forName="shape" val="65"/>
      <dgm:constr type="primFontSz" for="des" forName="shape" refType="primFontSz" refFor="ch" refForName="firstNode" op="lte"/>
      <dgm:constr type="primFontSz" for="des" forName="shape" refType="primFontSz" refFor="ch" refForName="lastNode" op="lte"/>
    </dgm:constrLst>
    <dgm:ruleLst/>
    <dgm:forEach name="Name3" axis="ch" ptType="node">
      <dgm:choose name="Name4">
        <dgm:if name="Name5" axis="self" ptType="node" func="pos" op="equ" val="1">
          <dgm:layoutNode name="fir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if name="Name6" axis="self" ptType="node" func="revPos" op="equ" val="1">
          <dgm:layoutNode name="la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else name="Name7">
          <dgm:layoutNode name="middleNod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  <dgm:constr type="w" for="ch" forName="padding" refType="w"/>
              <dgm:constr type="h" for="ch" forName="padding" refType="h"/>
              <dgm:constr type="w" for="ch" forName="shape" refType="w" fact="0.667"/>
              <dgm:constr type="h" for="ch" forName="shape" refType="h" fact="0.667"/>
              <dgm:constr type="ctrX" for="ch" forName="shape" refType="w" fact="0.5"/>
              <dgm:constr type="ctrY" for="ch" forName="shape" refType="h" fact="0.5"/>
            </dgm:constrLst>
            <dgm:ruleLst/>
            <dgm:layoutNode name="padding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shape">
              <dgm:varLst>
                <dgm:bulletEnabled val="1"/>
              </dgm:varLst>
              <dgm:alg type="tx">
                <dgm:param type="txAnchorVertCh" val="mid"/>
              </dgm:alg>
              <dgm:shape xmlns:r="http://schemas.openxmlformats.org/officeDocument/2006/relationships" type="ellipse" r:blip="">
                <dgm:adjLst/>
              </dgm:shape>
              <dgm:presOf axis="desOrSelf" ptType="node"/>
              <dgm:constrLst>
                <dgm:constr type="h" refType="w"/>
                <dgm:constr type="tMarg" refType="primFontSz" fact="0.1"/>
                <dgm:constr type="bMarg" refType="primFontSz" fact="0.1"/>
                <dgm:constr type="lMarg" refType="primFontSz" fact="0.1"/>
                <dgm:constr type="r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  <dgm:forEach name="Name8" axis="followSib" ptType="sibTrans" cnt="1">
        <dgm:layoutNode name="sibTrans">
          <dgm:choose name="Name9">
            <dgm:if name="Name10" func="var" arg="dir" op="equ" val="norm">
              <dgm:choose name="Name11">
                <dgm:if name="Name12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3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4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if>
            <dgm:else name="Name15">
              <dgm:choose name="Name16">
                <dgm:if name="Name17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8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9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else>
          </dgm:choose>
          <dgm:shape xmlns:r="http://schemas.openxmlformats.org/officeDocument/2006/relationships" rot="90" type="triangle" r:blip="">
            <dgm:adjLst/>
          </dgm:shape>
          <dgm:presOf axis="self"/>
          <dgm:constrLst>
            <dgm:constr type="w" refType="h"/>
            <dgm:constr type="connDist"/>
            <dgm:constr type="begPad" refType="connDist" fact="0.25"/>
            <dgm:constr type="endPad" refType="connDist" fact="0.22"/>
          </dgm:constrLst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E3AD09-9720-9047-BB14-484CD98DBB2F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380D64-6F43-4C4D-BE6A-3F3482AA5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390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230124" y="228600"/>
            <a:ext cx="11731752" cy="6400800"/>
          </a:xfrm>
          <a:prstGeom prst="rect">
            <a:avLst/>
          </a:prstGeom>
          <a:solidFill>
            <a:srgbClr val="A5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328"/>
          <a:stretch/>
        </p:blipFill>
        <p:spPr>
          <a:xfrm>
            <a:off x="8702448" y="464974"/>
            <a:ext cx="3262720" cy="60258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4311" y="2253752"/>
            <a:ext cx="6650503" cy="1217083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4311" y="3596777"/>
            <a:ext cx="6650503" cy="480836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9" name="Picture 8" descr="1linerev(1c)1000-01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225" y="5880328"/>
            <a:ext cx="3608228" cy="56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172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230124" y="228600"/>
            <a:ext cx="11731752" cy="6400800"/>
          </a:xfrm>
          <a:prstGeom prst="rect">
            <a:avLst/>
          </a:prstGeom>
          <a:solidFill>
            <a:srgbClr val="6C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4311" y="2253752"/>
            <a:ext cx="6650503" cy="1217083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4311" y="3596777"/>
            <a:ext cx="6650503" cy="480836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1linerev(1c)1000-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225" y="5880328"/>
            <a:ext cx="3608228" cy="56368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328"/>
          <a:stretch/>
        </p:blipFill>
        <p:spPr>
          <a:xfrm>
            <a:off x="8702448" y="464974"/>
            <a:ext cx="3262720" cy="602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132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6C7373"/>
                </a:solidFill>
              </a:defRPr>
            </a:lvl1pPr>
            <a:lvl2pPr>
              <a:defRPr>
                <a:solidFill>
                  <a:srgbClr val="6C7373"/>
                </a:solidFill>
              </a:defRPr>
            </a:lvl2pPr>
            <a:lvl3pPr>
              <a:defRPr>
                <a:solidFill>
                  <a:srgbClr val="6C7373"/>
                </a:solidFill>
              </a:defRPr>
            </a:lvl3pPr>
            <a:lvl4pPr>
              <a:defRPr>
                <a:solidFill>
                  <a:srgbClr val="6C7373"/>
                </a:solidFill>
              </a:defRPr>
            </a:lvl4pPr>
            <a:lvl5pPr>
              <a:defRPr>
                <a:solidFill>
                  <a:srgbClr val="6C7373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6C737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149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0905" y="435614"/>
            <a:ext cx="795528" cy="92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591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47671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13059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46647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ash_U_PPT_Template-04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47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2217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04800" y="228600"/>
            <a:ext cx="11582400" cy="6400800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2937" y="437444"/>
            <a:ext cx="9649953" cy="9801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8519" y="1600200"/>
            <a:ext cx="10856148" cy="47780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0905" y="435614"/>
            <a:ext cx="795528" cy="92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818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1" r:id="rId2"/>
    <p:sldLayoutId id="2147483650" r:id="rId3"/>
    <p:sldLayoutId id="2147483660" r:id="rId4"/>
    <p:sldLayoutId id="2147483652" r:id="rId5"/>
    <p:sldLayoutId id="2147483653" r:id="rId6"/>
    <p:sldLayoutId id="2147483654" r:id="rId7"/>
    <p:sldLayoutId id="2147483670" r:id="rId8"/>
    <p:sldLayoutId id="2147483655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rgbClr val="6C7373"/>
          </a:solidFill>
          <a:latin typeface="Times New Roman" charset="0"/>
          <a:ea typeface="Times New Roman" charset="0"/>
          <a:cs typeface="Times New Roman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rgbClr val="6C7373"/>
          </a:solidFill>
          <a:latin typeface="Arial" charset="0"/>
          <a:ea typeface="Arial" charset="0"/>
          <a:cs typeface="Arial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rgbClr val="6C7373"/>
          </a:solidFill>
          <a:latin typeface="Arial" charset="0"/>
          <a:ea typeface="Arial" charset="0"/>
          <a:cs typeface="Arial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6C7373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rgbClr val="6C7373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rgbClr val="6C7373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Analytics Applications</a:t>
            </a:r>
            <a:br>
              <a:rPr lang="en-US" dirty="0"/>
            </a:br>
            <a:r>
              <a:rPr lang="en-US" sz="1800" dirty="0"/>
              <a:t>(</a:t>
            </a:r>
            <a:r>
              <a:rPr lang="en-US" sz="20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T81.INFO.576.01</a:t>
            </a:r>
            <a:r>
              <a:rPr lang="en-US" sz="1800" dirty="0"/>
              <a:t>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Professor Christopher Lehmuth</a:t>
            </a:r>
          </a:p>
        </p:txBody>
      </p:sp>
    </p:spTree>
    <p:extLst>
      <p:ext uri="{BB962C8B-B14F-4D97-AF65-F5344CB8AC3E}">
        <p14:creationId xmlns:p14="http://schemas.microsoft.com/office/powerpoint/2010/main" val="1584286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4311" y="2253752"/>
            <a:ext cx="7354612" cy="1217083"/>
          </a:xfrm>
        </p:spPr>
        <p:txBody>
          <a:bodyPr anchor="ctr">
            <a:normAutofit/>
          </a:bodyPr>
          <a:lstStyle/>
          <a:p>
            <a:r>
              <a:t>Week 8 — Project Launch &amp; Framing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734311" y="3596777"/>
            <a:ext cx="6650503" cy="48083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dirty="0"/>
              <a:t>Theme: Choosing the Right Problem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937" y="437444"/>
            <a:ext cx="9649953" cy="980194"/>
          </a:xfrm>
        </p:spPr>
        <p:txBody>
          <a:bodyPr anchor="ctr">
            <a:normAutofit/>
          </a:bodyPr>
          <a:lstStyle/>
          <a:p>
            <a:r>
              <a:t>The Course Pivot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7081B62-FDDA-2888-7862-D036F3B52B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437809"/>
              </p:ext>
            </p:extLst>
          </p:nvPr>
        </p:nvGraphicFramePr>
        <p:xfrm>
          <a:off x="658519" y="1600200"/>
          <a:ext cx="10856148" cy="47780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937" y="437444"/>
            <a:ext cx="9649953" cy="980194"/>
          </a:xfrm>
        </p:spPr>
        <p:txBody>
          <a:bodyPr anchor="ctr">
            <a:normAutofit/>
          </a:bodyPr>
          <a:lstStyle/>
          <a:p>
            <a:r>
              <a:t>What This Project 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B22A953-CA79-F540-A728-0A9E273DF0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0435546"/>
              </p:ext>
            </p:extLst>
          </p:nvPr>
        </p:nvGraphicFramePr>
        <p:xfrm>
          <a:off x="658519" y="1600200"/>
          <a:ext cx="10856148" cy="47780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937" y="437444"/>
            <a:ext cx="9649953" cy="980194"/>
          </a:xfrm>
        </p:spPr>
        <p:txBody>
          <a:bodyPr anchor="ctr">
            <a:normAutofit/>
          </a:bodyPr>
          <a:lstStyle/>
          <a:p>
            <a:r>
              <a:t>What This Project Is Not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6DDC259-CD2F-CB3B-AA8A-6D64F735CB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5754008"/>
              </p:ext>
            </p:extLst>
          </p:nvPr>
        </p:nvGraphicFramePr>
        <p:xfrm>
          <a:off x="658519" y="1600200"/>
          <a:ext cx="10856148" cy="47780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937" y="437444"/>
            <a:ext cx="9649953" cy="980194"/>
          </a:xfrm>
        </p:spPr>
        <p:txBody>
          <a:bodyPr anchor="ctr">
            <a:normAutofit/>
          </a:bodyPr>
          <a:lstStyle/>
          <a:p>
            <a:r>
              <a:t>The Most Important Project Decision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6EF3247-AD10-9174-2202-7E8F919C3C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6440113"/>
              </p:ext>
            </p:extLst>
          </p:nvPr>
        </p:nvGraphicFramePr>
        <p:xfrm>
          <a:off x="658519" y="1600200"/>
          <a:ext cx="10856148" cy="47780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937" y="437444"/>
            <a:ext cx="9649953" cy="980194"/>
          </a:xfrm>
        </p:spPr>
        <p:txBody>
          <a:bodyPr anchor="ctr">
            <a:normAutofit/>
          </a:bodyPr>
          <a:lstStyle/>
          <a:p>
            <a:r>
              <a:t>Three Requirements for a Good Project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B507332-A228-A39B-C3A6-F96A552824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6637417"/>
              </p:ext>
            </p:extLst>
          </p:nvPr>
        </p:nvGraphicFramePr>
        <p:xfrm>
          <a:off x="658519" y="1600200"/>
          <a:ext cx="10856148" cy="47780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937" y="437444"/>
            <a:ext cx="9649953" cy="980194"/>
          </a:xfrm>
        </p:spPr>
        <p:txBody>
          <a:bodyPr anchor="ctr">
            <a:normAutofit/>
          </a:bodyPr>
          <a:lstStyle/>
          <a:p>
            <a:r>
              <a:t>What Counts as a Decision?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11294A4-3F87-37E3-FF14-49E9266CD4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6624272"/>
              </p:ext>
            </p:extLst>
          </p:nvPr>
        </p:nvGraphicFramePr>
        <p:xfrm>
          <a:off x="658519" y="1600200"/>
          <a:ext cx="10856148" cy="47780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937" y="437444"/>
            <a:ext cx="9649953" cy="980194"/>
          </a:xfrm>
        </p:spPr>
        <p:txBody>
          <a:bodyPr anchor="ctr">
            <a:normAutofit/>
          </a:bodyPr>
          <a:lstStyle/>
          <a:p>
            <a:r>
              <a:t>Decision Context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A41946B-77E3-9C8E-D960-274186AD2A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3554527"/>
              </p:ext>
            </p:extLst>
          </p:nvPr>
        </p:nvGraphicFramePr>
        <p:xfrm>
          <a:off x="658519" y="1600200"/>
          <a:ext cx="10856148" cy="47780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937" y="437444"/>
            <a:ext cx="9649953" cy="980194"/>
          </a:xfrm>
        </p:spPr>
        <p:txBody>
          <a:bodyPr anchor="ctr">
            <a:normAutofit/>
          </a:bodyPr>
          <a:lstStyle/>
          <a:p>
            <a:r>
              <a:t>Dataset Feasibility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F74AEBF-E53F-06AA-6EB6-F0F6B60331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7121330"/>
              </p:ext>
            </p:extLst>
          </p:nvPr>
        </p:nvGraphicFramePr>
        <p:xfrm>
          <a:off x="658519" y="1600200"/>
          <a:ext cx="10856148" cy="47780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937" y="437444"/>
            <a:ext cx="9649953" cy="980194"/>
          </a:xfrm>
        </p:spPr>
        <p:txBody>
          <a:bodyPr anchor="ctr">
            <a:normAutofit/>
          </a:bodyPr>
          <a:lstStyle/>
          <a:p>
            <a:r>
              <a:t>Signs of Risky Datasets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40CC9DB-5D28-28E0-0F12-5621C08B11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4679927"/>
              </p:ext>
            </p:extLst>
          </p:nvPr>
        </p:nvGraphicFramePr>
        <p:xfrm>
          <a:off x="658519" y="1600200"/>
          <a:ext cx="10856148" cy="47780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937" y="437444"/>
            <a:ext cx="9649953" cy="980194"/>
          </a:xfrm>
        </p:spPr>
        <p:txBody>
          <a:bodyPr anchor="ctr">
            <a:normAutofit/>
          </a:bodyPr>
          <a:lstStyle/>
          <a:p>
            <a:r>
              <a:rPr dirty="0"/>
              <a:t>Analytic Task </a:t>
            </a:r>
            <a:r>
              <a:rPr lang="en-US" dirty="0"/>
              <a:t>progression</a:t>
            </a:r>
            <a:endParaRPr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FA515C5-B6E4-D042-D245-F0CEA5571E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292787"/>
              </p:ext>
            </p:extLst>
          </p:nvPr>
        </p:nvGraphicFramePr>
        <p:xfrm>
          <a:off x="658519" y="1600200"/>
          <a:ext cx="10856148" cy="47780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937" y="437444"/>
            <a:ext cx="9649953" cy="980194"/>
          </a:xfrm>
        </p:spPr>
        <p:txBody>
          <a:bodyPr anchor="ctr">
            <a:normAutofit/>
          </a:bodyPr>
          <a:lstStyle/>
          <a:p>
            <a:r>
              <a:t>Where Python and SQL Fit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74982EB-00F0-0996-BB82-FA1A01B47F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9001058"/>
              </p:ext>
            </p:extLst>
          </p:nvPr>
        </p:nvGraphicFramePr>
        <p:xfrm>
          <a:off x="658519" y="1600200"/>
          <a:ext cx="10856148" cy="47780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937" y="437444"/>
            <a:ext cx="9649953" cy="980194"/>
          </a:xfrm>
        </p:spPr>
        <p:txBody>
          <a:bodyPr anchor="ctr">
            <a:normAutofit/>
          </a:bodyPr>
          <a:lstStyle/>
          <a:p>
            <a:r>
              <a:t>Simple Project Architecture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2380A6BF-7933-A84D-CA52-3C8AD93FB4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0968561"/>
              </p:ext>
            </p:extLst>
          </p:nvPr>
        </p:nvGraphicFramePr>
        <p:xfrm>
          <a:off x="658519" y="1600200"/>
          <a:ext cx="10856148" cy="47780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937" y="437444"/>
            <a:ext cx="9649953" cy="980194"/>
          </a:xfrm>
        </p:spPr>
        <p:txBody>
          <a:bodyPr anchor="ctr">
            <a:normAutofit/>
          </a:bodyPr>
          <a:lstStyle/>
          <a:p>
            <a:r>
              <a:t>Examples of Strong Projects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B645C74-5657-196B-EA6B-DD44E1250D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0204717"/>
              </p:ext>
            </p:extLst>
          </p:nvPr>
        </p:nvGraphicFramePr>
        <p:xfrm>
          <a:off x="658519" y="1600200"/>
          <a:ext cx="10856148" cy="47780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937" y="437444"/>
            <a:ext cx="9649953" cy="980194"/>
          </a:xfrm>
        </p:spPr>
        <p:txBody>
          <a:bodyPr anchor="ctr">
            <a:normAutofit/>
          </a:bodyPr>
          <a:lstStyle/>
          <a:p>
            <a:r>
              <a:t>This Week's Deliverable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4BB386F-1A40-579D-E187-7FD45AA4A7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36478"/>
              </p:ext>
            </p:extLst>
          </p:nvPr>
        </p:nvGraphicFramePr>
        <p:xfrm>
          <a:off x="658519" y="1600200"/>
          <a:ext cx="10856148" cy="47780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A5CAA-4B5B-8730-B8F6-54326E5992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 work begins!</a:t>
            </a:r>
          </a:p>
        </p:txBody>
      </p:sp>
    </p:spTree>
    <p:extLst>
      <p:ext uri="{BB962C8B-B14F-4D97-AF65-F5344CB8AC3E}">
        <p14:creationId xmlns:p14="http://schemas.microsoft.com/office/powerpoint/2010/main" val="1013474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1EE80-193F-86E0-1DE1-81F776830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E555D-4A6C-B4B0-4578-CFAB85C44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7059" y="437444"/>
            <a:ext cx="8805831" cy="980194"/>
          </a:xfrm>
        </p:spPr>
        <p:txBody>
          <a:bodyPr/>
          <a:lstStyle/>
          <a:p>
            <a:r>
              <a:rPr lang="en-US" dirty="0"/>
              <a:t>Project teams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ACFD2-C189-B01C-DB1E-358F01D08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Group 1</a:t>
            </a:r>
          </a:p>
          <a:p>
            <a:pPr lvl="1"/>
            <a:r>
              <a:rPr lang="en-US" dirty="0"/>
              <a:t>Zekai Geng</a:t>
            </a:r>
          </a:p>
          <a:p>
            <a:pPr lvl="1"/>
            <a:r>
              <a:rPr lang="en-US" dirty="0" err="1"/>
              <a:t>Juanshuo</a:t>
            </a:r>
            <a:r>
              <a:rPr lang="en-US" dirty="0"/>
              <a:t> Li</a:t>
            </a:r>
          </a:p>
          <a:p>
            <a:pPr lvl="1"/>
            <a:r>
              <a:rPr lang="en-US" dirty="0"/>
              <a:t>David Smith</a:t>
            </a:r>
          </a:p>
          <a:p>
            <a:pPr lvl="1"/>
            <a:r>
              <a:rPr lang="en-US" dirty="0"/>
              <a:t>Greg Sullivan</a:t>
            </a:r>
          </a:p>
          <a:p>
            <a:r>
              <a:rPr lang="en-US" b="1" dirty="0"/>
              <a:t>Group 2</a:t>
            </a:r>
          </a:p>
          <a:p>
            <a:pPr lvl="1"/>
            <a:r>
              <a:rPr lang="en-US" dirty="0"/>
              <a:t>Blake Kazmaier</a:t>
            </a:r>
          </a:p>
          <a:p>
            <a:pPr lvl="1"/>
            <a:r>
              <a:rPr lang="en-US" dirty="0"/>
              <a:t>Monica Wang</a:t>
            </a:r>
          </a:p>
          <a:p>
            <a:pPr lvl="1"/>
            <a:r>
              <a:rPr lang="en-US" dirty="0"/>
              <a:t>Marlon </a:t>
            </a:r>
            <a:r>
              <a:rPr lang="en-US" dirty="0" err="1"/>
              <a:t>Pabello</a:t>
            </a:r>
            <a:endParaRPr lang="en-US" dirty="0"/>
          </a:p>
          <a:p>
            <a:pPr lvl="1"/>
            <a:r>
              <a:rPr lang="en-US" dirty="0"/>
              <a:t>Charlotte Prior</a:t>
            </a:r>
          </a:p>
          <a:p>
            <a:r>
              <a:rPr lang="en-US" b="1" dirty="0"/>
              <a:t>Group 3</a:t>
            </a:r>
          </a:p>
          <a:p>
            <a:pPr lvl="1"/>
            <a:r>
              <a:rPr lang="en-US" dirty="0" err="1"/>
              <a:t>Kunzhen</a:t>
            </a:r>
            <a:r>
              <a:rPr lang="en-US" dirty="0"/>
              <a:t> Lin</a:t>
            </a:r>
          </a:p>
          <a:p>
            <a:pPr lvl="1"/>
            <a:r>
              <a:rPr lang="en-US" dirty="0"/>
              <a:t>Allen Xie</a:t>
            </a:r>
          </a:p>
          <a:p>
            <a:pPr lvl="1"/>
            <a:r>
              <a:rPr lang="en-US" dirty="0" err="1"/>
              <a:t>Wanyi</a:t>
            </a:r>
            <a:r>
              <a:rPr lang="en-US" dirty="0"/>
              <a:t> Zhao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36CA872-BFFA-89A9-4424-777443F24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5137" y="462392"/>
            <a:ext cx="991584" cy="99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129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7930" y="437444"/>
            <a:ext cx="8624960" cy="980194"/>
          </a:xfrm>
        </p:spPr>
        <p:txBody>
          <a:bodyPr/>
          <a:lstStyle/>
          <a:p>
            <a:r>
              <a:rPr dirty="0"/>
              <a:t>Project Proposal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Submit a 1–2 page proposal that includes:</a:t>
            </a:r>
          </a:p>
          <a:p>
            <a:endParaRPr dirty="0"/>
          </a:p>
          <a:p>
            <a:r>
              <a:rPr dirty="0"/>
              <a:t>Dataset: source, size, and key variables</a:t>
            </a:r>
          </a:p>
          <a:p>
            <a:r>
              <a:rPr dirty="0"/>
              <a:t>Problem Statement: the analytic problem you will address</a:t>
            </a:r>
          </a:p>
          <a:p>
            <a:r>
              <a:rPr dirty="0"/>
              <a:t>Decision Context: who makes the decision and why it matters</a:t>
            </a:r>
          </a:p>
          <a:p>
            <a:r>
              <a:rPr dirty="0"/>
              <a:t>Analytic Task: descriptive, diagnostic, predictive, or prescriptive</a:t>
            </a:r>
          </a:p>
          <a:p>
            <a:r>
              <a:rPr dirty="0"/>
              <a:t>Feasibility: why the dataset and analysis are achievable this semester</a:t>
            </a:r>
          </a:p>
          <a:p>
            <a:endParaRPr dirty="0"/>
          </a:p>
          <a:p>
            <a:r>
              <a:rPr dirty="0"/>
              <a:t>Goal: Frame a clear decision problem supported by feasible data.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01BDA7C-EE33-3D27-177D-04E0F09544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5137" y="462392"/>
            <a:ext cx="991584" cy="9915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7495" y="437444"/>
            <a:ext cx="8715395" cy="980194"/>
          </a:xfrm>
        </p:spPr>
        <p:txBody>
          <a:bodyPr/>
          <a:lstStyle/>
          <a:p>
            <a:r>
              <a:rPr dirty="0"/>
              <a:t>Example Analytics Project Ideas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Predict Airbnb listing occupancy or pricing</a:t>
            </a:r>
          </a:p>
          <a:p>
            <a:r>
              <a:rPr dirty="0"/>
              <a:t>Identify drivers of airline delays</a:t>
            </a:r>
          </a:p>
          <a:p>
            <a:r>
              <a:rPr dirty="0"/>
              <a:t>Predict housing prices using listing data</a:t>
            </a:r>
          </a:p>
          <a:p>
            <a:r>
              <a:rPr dirty="0"/>
              <a:t>Predict Kickstarter campaign success</a:t>
            </a:r>
          </a:p>
          <a:p>
            <a:r>
              <a:rPr dirty="0"/>
              <a:t>Analyze factors influencing movie box office revenue</a:t>
            </a:r>
          </a:p>
          <a:p>
            <a:r>
              <a:rPr dirty="0"/>
              <a:t>Predict customer churn for a subscription service</a:t>
            </a:r>
          </a:p>
          <a:p>
            <a:r>
              <a:rPr dirty="0"/>
              <a:t>Identify drivers of restaurant ratings</a:t>
            </a:r>
          </a:p>
          <a:p>
            <a:r>
              <a:rPr dirty="0"/>
              <a:t>Predict ride demand using rideshare data</a:t>
            </a:r>
          </a:p>
          <a:p>
            <a:r>
              <a:rPr dirty="0"/>
              <a:t>Analyze NBA player performance trends</a:t>
            </a:r>
          </a:p>
          <a:p>
            <a:r>
              <a:rPr dirty="0"/>
              <a:t>Identify factors influencing hospital readmissions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2CCDECE-9087-C8AF-583B-FFF8D4B890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5137" y="462392"/>
            <a:ext cx="991584" cy="9915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7591" y="437444"/>
            <a:ext cx="8695299" cy="980194"/>
          </a:xfrm>
        </p:spPr>
        <p:txBody>
          <a:bodyPr/>
          <a:lstStyle/>
          <a:p>
            <a:r>
              <a:rPr dirty="0"/>
              <a:t>Open Source Data Repositories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7591" y="1600200"/>
            <a:ext cx="9937076" cy="4778022"/>
          </a:xfrm>
        </p:spPr>
        <p:txBody>
          <a:bodyPr>
            <a:normAutofit lnSpcReduction="10000"/>
          </a:bodyPr>
          <a:lstStyle/>
          <a:p>
            <a:r>
              <a:rPr dirty="0"/>
              <a:t>Kaggle Datasets</a:t>
            </a:r>
          </a:p>
          <a:p>
            <a:r>
              <a:rPr dirty="0"/>
              <a:t>UCI Machine Learning Repository</a:t>
            </a:r>
          </a:p>
          <a:p>
            <a:r>
              <a:rPr dirty="0"/>
              <a:t>Google Dataset Search</a:t>
            </a:r>
          </a:p>
          <a:p>
            <a:r>
              <a:rPr dirty="0"/>
              <a:t>Data.gov</a:t>
            </a:r>
          </a:p>
          <a:p>
            <a:r>
              <a:rPr dirty="0"/>
              <a:t>FiveThirtyEight Data</a:t>
            </a:r>
          </a:p>
          <a:p>
            <a:r>
              <a:rPr dirty="0"/>
              <a:t>World Bank Open Data</a:t>
            </a:r>
          </a:p>
          <a:p>
            <a:r>
              <a:rPr dirty="0"/>
              <a:t>GitHub Public Datasets</a:t>
            </a:r>
          </a:p>
          <a:p>
            <a:r>
              <a:rPr dirty="0" err="1"/>
              <a:t>OpenML</a:t>
            </a:r>
            <a:endParaRPr dirty="0"/>
          </a:p>
          <a:p>
            <a:r>
              <a:rPr dirty="0"/>
              <a:t>AWS Public Datasets</a:t>
            </a:r>
          </a:p>
          <a:p>
            <a:r>
              <a:rPr dirty="0"/>
              <a:t>Harvard Dataverse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F6345E5-77B5-55B9-B870-A4168FECC0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5137" y="462392"/>
            <a:ext cx="991584" cy="9915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0D621-EF21-45B8-B456-49784FF4B6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8775" y="2820458"/>
            <a:ext cx="6650503" cy="1217083"/>
          </a:xfrm>
        </p:spPr>
        <p:txBody>
          <a:bodyPr/>
          <a:lstStyle/>
          <a:p>
            <a:pPr algn="ctr"/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117954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oundry">
      <a:majorFont>
        <a:latin typeface="Rockwell"/>
        <a:ea typeface=""/>
        <a:cs typeface=""/>
        <a:font script="Grek" typeface="Cambria"/>
        <a:font script="Cyrl" typeface="Cambria"/>
        <a:font script="Jpan" typeface="ＭＳ 明朝"/>
        <a:font script="Hang" typeface="바탕"/>
        <a:font script="Hans" typeface="华文新魏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ＭＳ 明朝"/>
        <a:font script="Hang" typeface="바탕"/>
        <a:font script="Hans" typeface="华文新魏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Wash_U_Template-Red_16-9-1tfziq4" id="{36863319-F437-4EE9-95CF-F0E06546F5BD}" vid="{D7598938-DE89-459A-9CFB-CCD9CA2FF4D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T81_576_01-02_AnalyticsApplications_S22</Template>
  <TotalTime>4727</TotalTime>
  <Words>502</Words>
  <Application>Microsoft Office PowerPoint</Application>
  <PresentationFormat>Widescreen</PresentationFormat>
  <Paragraphs>112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Rockwell</vt:lpstr>
      <vt:lpstr>Times New Roman</vt:lpstr>
      <vt:lpstr>Office Theme</vt:lpstr>
      <vt:lpstr>Analytics Applications (T81.INFO.576.01)</vt:lpstr>
      <vt:lpstr>Week 8 — Project Launch &amp; Framing</vt:lpstr>
      <vt:lpstr>The Course Pivot</vt:lpstr>
      <vt:lpstr>What This Project Is</vt:lpstr>
      <vt:lpstr>What This Project Is Not</vt:lpstr>
      <vt:lpstr>The Most Important Project Decision</vt:lpstr>
      <vt:lpstr>Three Requirements for a Good Project</vt:lpstr>
      <vt:lpstr>What Counts as a Decision?</vt:lpstr>
      <vt:lpstr>Decision Context</vt:lpstr>
      <vt:lpstr>Dataset Feasibility</vt:lpstr>
      <vt:lpstr>Signs of Risky Datasets</vt:lpstr>
      <vt:lpstr>Analytic Task progression</vt:lpstr>
      <vt:lpstr>Where Python and SQL Fit</vt:lpstr>
      <vt:lpstr>Simple Project Architecture</vt:lpstr>
      <vt:lpstr>Examples of Strong Projects</vt:lpstr>
      <vt:lpstr>This Week's Deliverable</vt:lpstr>
      <vt:lpstr>Project work begins!</vt:lpstr>
      <vt:lpstr>Project teams</vt:lpstr>
      <vt:lpstr>Project Proposal Assignment</vt:lpstr>
      <vt:lpstr>Example Analytics Project Ideas</vt:lpstr>
      <vt:lpstr>Open Source Data Repositories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Analytics Applications (Spring 2022 T81 576 Section 01)</dc:title>
  <dc:creator>Christopher Lehmuth</dc:creator>
  <cp:lastModifiedBy>Christopher Lehmuth</cp:lastModifiedBy>
  <cp:revision>2</cp:revision>
  <dcterms:created xsi:type="dcterms:W3CDTF">2021-12-28T18:43:07Z</dcterms:created>
  <dcterms:modified xsi:type="dcterms:W3CDTF">2026-03-04T23:45:57Z</dcterms:modified>
</cp:coreProperties>
</file>